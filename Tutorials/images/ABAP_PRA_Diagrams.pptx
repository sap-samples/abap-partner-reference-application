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3"/>
    <p:sldMasterId id="2147483780" r:id="rId4"/>
  </p:sldMasterIdLst>
  <p:notesMasterIdLst>
    <p:notesMasterId r:id="rId12"/>
  </p:notesMasterIdLst>
  <p:sldIdLst>
    <p:sldId id="262" r:id="rId5"/>
    <p:sldId id="281" r:id="rId6"/>
    <p:sldId id="282" r:id="rId7"/>
    <p:sldId id="283" r:id="rId8"/>
    <p:sldId id="284" r:id="rId9"/>
    <p:sldId id="285" r:id="rId10"/>
    <p:sldId id="596" r:id="rId11"/>
  </p:sldIdLst>
  <p:sldSz cx="13500100" cy="8434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3677" userDrawn="1">
          <p15:clr>
            <a:srgbClr val="A4A3A4"/>
          </p15:clr>
        </p15:guide>
        <p15:guide id="16" orient="horz" pos="2180" userDrawn="1">
          <p15:clr>
            <a:srgbClr val="A4A3A4"/>
          </p15:clr>
        </p15:guide>
        <p15:guide id="19" pos="6611" userDrawn="1">
          <p15:clr>
            <a:srgbClr val="A4A3A4"/>
          </p15:clr>
        </p15:guide>
        <p15:guide id="21" pos="189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rdel, Anke" initials="TA" lastIdx="6" clrIdx="0">
    <p:extLst>
      <p:ext uri="{19B8F6BF-5375-455C-9EA6-DF929625EA0E}">
        <p15:presenceInfo xmlns:p15="http://schemas.microsoft.com/office/powerpoint/2012/main" userId="S-1-5-21-74642-3284969411-2123768488-10427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90FF"/>
    <a:srgbClr val="89D1FF"/>
    <a:srgbClr val="D1EFFF"/>
    <a:srgbClr val="BFBFBF"/>
    <a:srgbClr val="19A2FF"/>
    <a:srgbClr val="FF7005"/>
    <a:srgbClr val="003C9E"/>
    <a:srgbClr val="089CAC"/>
    <a:srgbClr val="0BC7DB"/>
    <a:srgbClr val="189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45F25-AC71-46F5-AE0F-9507C6172EE7}" v="65" dt="2025-08-11T08:55:26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85656" autoAdjust="0"/>
  </p:normalViewPr>
  <p:slideViewPr>
    <p:cSldViewPr snapToGrid="0">
      <p:cViewPr>
        <p:scale>
          <a:sx n="170" d="100"/>
          <a:sy n="170" d="100"/>
        </p:scale>
        <p:origin x="3976" y="-400"/>
      </p:cViewPr>
      <p:guideLst>
        <p:guide orient="horz" pos="3677"/>
        <p:guide orient="horz" pos="2180"/>
        <p:guide pos="6611"/>
        <p:guide pos="18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C4410-9D04-4A0E-85B0-BCA6C4048E9B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AD94B-5FD7-45B8-B2D4-CD89AD068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58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1pPr>
    <a:lvl2pPr marL="831233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2pPr>
    <a:lvl3pPr marL="1662465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3pPr>
    <a:lvl4pPr marL="2493700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4pPr>
    <a:lvl5pPr marL="3324934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5pPr>
    <a:lvl6pPr marL="4156166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6pPr>
    <a:lvl7pPr marL="4987398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7pPr>
    <a:lvl8pPr marL="5818634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8pPr>
    <a:lvl9pPr marL="6649869" algn="l" defTabSz="1662465" rtl="0" eaLnBrk="1" latinLnBrk="0" hangingPunct="1">
      <a:defRPr sz="218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4860-3650-9410-0F32-45BD5CEB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38383-7259-3A82-F703-5E758D7D8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00789-889C-A84B-3AA4-B9AF24624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044B4-4F7B-5F59-1FF4-361053708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3182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94B-5FD7-45B8-B2D4-CD89AD0680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007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201A-84AE-53F4-0FCE-30029965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96D3DC-484F-DBF0-017A-E8F9AB363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E1E64-E6E8-FB86-3655-D341E410D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CBE53-C03F-E5AF-E159-1A6C8ABECC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94B-5FD7-45B8-B2D4-CD89AD06806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966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0A1EF-76FE-1DAA-BB70-DDF57248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F4AA6-BB8F-EAAA-0709-D49B5B76E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B75A5-BDD4-F737-080E-8DC51BEFA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725E3-33D9-1B87-4DD5-FD9411659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94B-5FD7-45B8-B2D4-CD89AD06806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53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2234E-A195-1B53-B5BF-C64DBDABC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15B8B-B16E-5E1F-1DE9-ABD30A4F3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E0AC4-6E17-B585-74AE-8FA2B8058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3BC7C-C2DA-0CC7-E31F-BACDA4229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94B-5FD7-45B8-B2D4-CD89AD0680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241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BA2E-E441-5254-D282-878F739D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F0293-D69D-8842-F829-80A7ECBFA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CB6430-5E60-B6DA-07E5-96C0B10FF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ABC1C-BAA8-8109-972A-4761FDA3E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AD94B-5FD7-45B8-B2D4-CD89AD06806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33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7513" y="1380350"/>
            <a:ext cx="10125075" cy="2936417"/>
          </a:xfrm>
        </p:spPr>
        <p:txBody>
          <a:bodyPr anchor="b"/>
          <a:lstStyle>
            <a:lvl1pPr algn="ctr">
              <a:defRPr sz="6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7513" y="4430007"/>
            <a:ext cx="10125075" cy="2036357"/>
          </a:xfrm>
        </p:spPr>
        <p:txBody>
          <a:bodyPr/>
          <a:lstStyle>
            <a:lvl1pPr marL="0" indent="0" algn="ctr">
              <a:buNone/>
              <a:defRPr sz="2658"/>
            </a:lvl1pPr>
            <a:lvl2pPr marL="506258" indent="0" algn="ctr">
              <a:buNone/>
              <a:defRPr sz="2215"/>
            </a:lvl2pPr>
            <a:lvl3pPr marL="1012515" indent="0" algn="ctr">
              <a:buNone/>
              <a:defRPr sz="1993"/>
            </a:lvl3pPr>
            <a:lvl4pPr marL="1518773" indent="0" algn="ctr">
              <a:buNone/>
              <a:defRPr sz="1772"/>
            </a:lvl4pPr>
            <a:lvl5pPr marL="2025030" indent="0" algn="ctr">
              <a:buNone/>
              <a:defRPr sz="1772"/>
            </a:lvl5pPr>
            <a:lvl6pPr marL="2531288" indent="0" algn="ctr">
              <a:buNone/>
              <a:defRPr sz="1772"/>
            </a:lvl6pPr>
            <a:lvl7pPr marL="3037545" indent="0" algn="ctr">
              <a:buNone/>
              <a:defRPr sz="1772"/>
            </a:lvl7pPr>
            <a:lvl8pPr marL="3543803" indent="0" algn="ctr">
              <a:buNone/>
              <a:defRPr sz="1772"/>
            </a:lvl8pPr>
            <a:lvl9pPr marL="4050060" indent="0" algn="ctr">
              <a:buNone/>
              <a:defRPr sz="17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165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6" userDrawn="1">
          <p15:clr>
            <a:srgbClr val="FBAE40"/>
          </p15:clr>
        </p15:guide>
        <p15:guide id="2" pos="42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4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56" userDrawn="1">
          <p15:clr>
            <a:srgbClr val="FBAE40"/>
          </p15:clr>
        </p15:guide>
        <p15:guide id="2" pos="425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101" y="2102741"/>
            <a:ext cx="11643836" cy="3508471"/>
          </a:xfrm>
        </p:spPr>
        <p:txBody>
          <a:bodyPr anchor="b"/>
          <a:lstStyle>
            <a:lvl1pPr>
              <a:defRPr sz="66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101" y="5644403"/>
            <a:ext cx="11643836" cy="1845022"/>
          </a:xfrm>
        </p:spPr>
        <p:txBody>
          <a:bodyPr/>
          <a:lstStyle>
            <a:lvl1pPr marL="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1pPr>
            <a:lvl2pPr marL="506258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2pPr>
            <a:lvl3pPr marL="1012515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3pPr>
            <a:lvl4pPr marL="1518773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4pPr>
            <a:lvl5pPr marL="2025030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5pPr>
            <a:lvl6pPr marL="2531288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6pPr>
            <a:lvl7pPr marL="3037545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7pPr>
            <a:lvl8pPr marL="3543803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8pPr>
            <a:lvl9pPr marL="4050060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8613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132" y="2245265"/>
            <a:ext cx="5737543" cy="5351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4425" y="2245265"/>
            <a:ext cx="5737543" cy="5351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88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449054"/>
            <a:ext cx="11643836" cy="1630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891" y="2067597"/>
            <a:ext cx="5711175" cy="1013297"/>
          </a:xfrm>
        </p:spPr>
        <p:txBody>
          <a:bodyPr anchor="b"/>
          <a:lstStyle>
            <a:lvl1pPr marL="0" indent="0">
              <a:buNone/>
              <a:defRPr sz="2658" b="1"/>
            </a:lvl1pPr>
            <a:lvl2pPr marL="506258" indent="0">
              <a:buNone/>
              <a:defRPr sz="2215" b="1"/>
            </a:lvl2pPr>
            <a:lvl3pPr marL="1012515" indent="0">
              <a:buNone/>
              <a:defRPr sz="1993" b="1"/>
            </a:lvl3pPr>
            <a:lvl4pPr marL="1518773" indent="0">
              <a:buNone/>
              <a:defRPr sz="1772" b="1"/>
            </a:lvl4pPr>
            <a:lvl5pPr marL="2025030" indent="0">
              <a:buNone/>
              <a:defRPr sz="1772" b="1"/>
            </a:lvl5pPr>
            <a:lvl6pPr marL="2531288" indent="0">
              <a:buNone/>
              <a:defRPr sz="1772" b="1"/>
            </a:lvl6pPr>
            <a:lvl7pPr marL="3037545" indent="0">
              <a:buNone/>
              <a:defRPr sz="1772" b="1"/>
            </a:lvl7pPr>
            <a:lvl8pPr marL="3543803" indent="0">
              <a:buNone/>
              <a:defRPr sz="1772" b="1"/>
            </a:lvl8pPr>
            <a:lvl9pPr marL="4050060" indent="0">
              <a:buNone/>
              <a:defRPr sz="17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891" y="3080894"/>
            <a:ext cx="5711175" cy="4531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4426" y="2067597"/>
            <a:ext cx="5739301" cy="1013297"/>
          </a:xfrm>
        </p:spPr>
        <p:txBody>
          <a:bodyPr anchor="b"/>
          <a:lstStyle>
            <a:lvl1pPr marL="0" indent="0">
              <a:buNone/>
              <a:defRPr sz="2658" b="1"/>
            </a:lvl1pPr>
            <a:lvl2pPr marL="506258" indent="0">
              <a:buNone/>
              <a:defRPr sz="2215" b="1"/>
            </a:lvl2pPr>
            <a:lvl3pPr marL="1012515" indent="0">
              <a:buNone/>
              <a:defRPr sz="1993" b="1"/>
            </a:lvl3pPr>
            <a:lvl4pPr marL="1518773" indent="0">
              <a:buNone/>
              <a:defRPr sz="1772" b="1"/>
            </a:lvl4pPr>
            <a:lvl5pPr marL="2025030" indent="0">
              <a:buNone/>
              <a:defRPr sz="1772" b="1"/>
            </a:lvl5pPr>
            <a:lvl6pPr marL="2531288" indent="0">
              <a:buNone/>
              <a:defRPr sz="1772" b="1"/>
            </a:lvl6pPr>
            <a:lvl7pPr marL="3037545" indent="0">
              <a:buNone/>
              <a:defRPr sz="1772" b="1"/>
            </a:lvl7pPr>
            <a:lvl8pPr marL="3543803" indent="0">
              <a:buNone/>
              <a:defRPr sz="1772" b="1"/>
            </a:lvl8pPr>
            <a:lvl9pPr marL="4050060" indent="0">
              <a:buNone/>
              <a:defRPr sz="17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4426" y="3080894"/>
            <a:ext cx="5739301" cy="4531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72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32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710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1" y="562292"/>
            <a:ext cx="4354133" cy="1968024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01" y="1214396"/>
            <a:ext cx="6834426" cy="5993882"/>
          </a:xfrm>
        </p:spPr>
        <p:txBody>
          <a:bodyPr/>
          <a:lstStyle>
            <a:lvl1pPr>
              <a:defRPr sz="3543"/>
            </a:lvl1pPr>
            <a:lvl2pPr>
              <a:defRPr sz="3100"/>
            </a:lvl2pPr>
            <a:lvl3pPr>
              <a:defRPr sz="2658"/>
            </a:lvl3pPr>
            <a:lvl4pPr>
              <a:defRPr sz="2215"/>
            </a:lvl4pPr>
            <a:lvl5pPr>
              <a:defRPr sz="2215"/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1" y="2530316"/>
            <a:ext cx="4354133" cy="4687724"/>
          </a:xfrm>
        </p:spPr>
        <p:txBody>
          <a:bodyPr/>
          <a:lstStyle>
            <a:lvl1pPr marL="0" indent="0">
              <a:buNone/>
              <a:defRPr sz="1772"/>
            </a:lvl1pPr>
            <a:lvl2pPr marL="506258" indent="0">
              <a:buNone/>
              <a:defRPr sz="1550"/>
            </a:lvl2pPr>
            <a:lvl3pPr marL="1012515" indent="0">
              <a:buNone/>
              <a:defRPr sz="1329"/>
            </a:lvl3pPr>
            <a:lvl4pPr marL="1518773" indent="0">
              <a:buNone/>
              <a:defRPr sz="1107"/>
            </a:lvl4pPr>
            <a:lvl5pPr marL="2025030" indent="0">
              <a:buNone/>
              <a:defRPr sz="1107"/>
            </a:lvl5pPr>
            <a:lvl6pPr marL="2531288" indent="0">
              <a:buNone/>
              <a:defRPr sz="1107"/>
            </a:lvl6pPr>
            <a:lvl7pPr marL="3037545" indent="0">
              <a:buNone/>
              <a:defRPr sz="1107"/>
            </a:lvl7pPr>
            <a:lvl8pPr marL="3543803" indent="0">
              <a:buNone/>
              <a:defRPr sz="1107"/>
            </a:lvl8pPr>
            <a:lvl9pPr marL="4050060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7788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1" y="562292"/>
            <a:ext cx="4354133" cy="1968024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39301" y="1214396"/>
            <a:ext cx="6834426" cy="5993882"/>
          </a:xfrm>
        </p:spPr>
        <p:txBody>
          <a:bodyPr anchor="t"/>
          <a:lstStyle>
            <a:lvl1pPr marL="0" indent="0">
              <a:buNone/>
              <a:defRPr sz="3543"/>
            </a:lvl1pPr>
            <a:lvl2pPr marL="506258" indent="0">
              <a:buNone/>
              <a:defRPr sz="3100"/>
            </a:lvl2pPr>
            <a:lvl3pPr marL="1012515" indent="0">
              <a:buNone/>
              <a:defRPr sz="2658"/>
            </a:lvl3pPr>
            <a:lvl4pPr marL="1518773" indent="0">
              <a:buNone/>
              <a:defRPr sz="2215"/>
            </a:lvl4pPr>
            <a:lvl5pPr marL="2025030" indent="0">
              <a:buNone/>
              <a:defRPr sz="2215"/>
            </a:lvl5pPr>
            <a:lvl6pPr marL="2531288" indent="0">
              <a:buNone/>
              <a:defRPr sz="2215"/>
            </a:lvl6pPr>
            <a:lvl7pPr marL="3037545" indent="0">
              <a:buNone/>
              <a:defRPr sz="2215"/>
            </a:lvl7pPr>
            <a:lvl8pPr marL="3543803" indent="0">
              <a:buNone/>
              <a:defRPr sz="2215"/>
            </a:lvl8pPr>
            <a:lvl9pPr marL="4050060" indent="0">
              <a:buNone/>
              <a:defRPr sz="221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1" y="2530316"/>
            <a:ext cx="4354133" cy="4687724"/>
          </a:xfrm>
        </p:spPr>
        <p:txBody>
          <a:bodyPr/>
          <a:lstStyle>
            <a:lvl1pPr marL="0" indent="0">
              <a:buNone/>
              <a:defRPr sz="1772"/>
            </a:lvl1pPr>
            <a:lvl2pPr marL="506258" indent="0">
              <a:buNone/>
              <a:defRPr sz="1550"/>
            </a:lvl2pPr>
            <a:lvl3pPr marL="1012515" indent="0">
              <a:buNone/>
              <a:defRPr sz="1329"/>
            </a:lvl3pPr>
            <a:lvl4pPr marL="1518773" indent="0">
              <a:buNone/>
              <a:defRPr sz="1107"/>
            </a:lvl4pPr>
            <a:lvl5pPr marL="2025030" indent="0">
              <a:buNone/>
              <a:defRPr sz="1107"/>
            </a:lvl5pPr>
            <a:lvl6pPr marL="2531288" indent="0">
              <a:buNone/>
              <a:defRPr sz="1107"/>
            </a:lvl6pPr>
            <a:lvl7pPr marL="3037545" indent="0">
              <a:buNone/>
              <a:defRPr sz="1107"/>
            </a:lvl7pPr>
            <a:lvl8pPr marL="3543803" indent="0">
              <a:buNone/>
              <a:defRPr sz="1107"/>
            </a:lvl8pPr>
            <a:lvl9pPr marL="4050060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75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19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1009" y="449053"/>
            <a:ext cx="2910959" cy="71477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132" y="449053"/>
            <a:ext cx="8564126" cy="71477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00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7517" y="1380355"/>
            <a:ext cx="10125075" cy="2936417"/>
          </a:xfrm>
        </p:spPr>
        <p:txBody>
          <a:bodyPr anchor="b"/>
          <a:lstStyle>
            <a:lvl1pPr algn="ctr">
              <a:defRPr sz="65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7517" y="4430009"/>
            <a:ext cx="10125075" cy="2036358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481" indent="0" algn="ctr">
              <a:buNone/>
              <a:defRPr sz="2168"/>
            </a:lvl2pPr>
            <a:lvl3pPr marL="990961" indent="0" algn="ctr">
              <a:buNone/>
              <a:defRPr sz="1951"/>
            </a:lvl3pPr>
            <a:lvl4pPr marL="1486442" indent="0" algn="ctr">
              <a:buNone/>
              <a:defRPr sz="1733"/>
            </a:lvl4pPr>
            <a:lvl5pPr marL="1981921" indent="0" algn="ctr">
              <a:buNone/>
              <a:defRPr sz="1733"/>
            </a:lvl5pPr>
            <a:lvl6pPr marL="2477401" indent="0" algn="ctr">
              <a:buNone/>
              <a:defRPr sz="1733"/>
            </a:lvl6pPr>
            <a:lvl7pPr marL="2972882" indent="0" algn="ctr">
              <a:buNone/>
              <a:defRPr sz="1733"/>
            </a:lvl7pPr>
            <a:lvl8pPr marL="3468364" indent="0" algn="ctr">
              <a:buNone/>
              <a:defRPr sz="1733"/>
            </a:lvl8pPr>
            <a:lvl9pPr marL="3963844" indent="0" algn="ctr"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BC1BC-544F-4F73-A87B-68D103157E7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30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0B38-9B1D-4664-9D3C-F21AD774CA74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30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104" y="2102741"/>
            <a:ext cx="11643836" cy="3508470"/>
          </a:xfrm>
        </p:spPr>
        <p:txBody>
          <a:bodyPr anchor="b"/>
          <a:lstStyle>
            <a:lvl1pPr>
              <a:defRPr sz="65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104" y="5644406"/>
            <a:ext cx="11643836" cy="1845021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495481" indent="0">
              <a:buNone/>
              <a:defRPr sz="2168">
                <a:solidFill>
                  <a:schemeClr val="tx1">
                    <a:tint val="75000"/>
                  </a:schemeClr>
                </a:solidFill>
              </a:defRPr>
            </a:lvl2pPr>
            <a:lvl3pPr marL="990961" indent="0">
              <a:buNone/>
              <a:defRPr sz="1951">
                <a:solidFill>
                  <a:schemeClr val="tx1">
                    <a:tint val="75000"/>
                  </a:schemeClr>
                </a:solidFill>
              </a:defRPr>
            </a:lvl3pPr>
            <a:lvl4pPr marL="1486442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921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7401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2882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836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384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08C96-77CB-48C6-B82B-7D990C169D98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68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131" y="2245268"/>
            <a:ext cx="5737543" cy="5351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4426" y="2245268"/>
            <a:ext cx="5737543" cy="5351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A9D95-853D-4C19-BD44-2A9FAB0C4648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97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2" y="449055"/>
            <a:ext cx="11643836" cy="16302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9894" y="2067601"/>
            <a:ext cx="5711175" cy="101329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481" indent="0">
              <a:buNone/>
              <a:defRPr sz="2168" b="1"/>
            </a:lvl2pPr>
            <a:lvl3pPr marL="990961" indent="0">
              <a:buNone/>
              <a:defRPr sz="1951" b="1"/>
            </a:lvl3pPr>
            <a:lvl4pPr marL="1486442" indent="0">
              <a:buNone/>
              <a:defRPr sz="1733" b="1"/>
            </a:lvl4pPr>
            <a:lvl5pPr marL="1981921" indent="0">
              <a:buNone/>
              <a:defRPr sz="1733" b="1"/>
            </a:lvl5pPr>
            <a:lvl6pPr marL="2477401" indent="0">
              <a:buNone/>
              <a:defRPr sz="1733" b="1"/>
            </a:lvl6pPr>
            <a:lvl7pPr marL="2972882" indent="0">
              <a:buNone/>
              <a:defRPr sz="1733" b="1"/>
            </a:lvl7pPr>
            <a:lvl8pPr marL="3468364" indent="0">
              <a:buNone/>
              <a:defRPr sz="1733" b="1"/>
            </a:lvl8pPr>
            <a:lvl9pPr marL="3963844" indent="0">
              <a:buNone/>
              <a:defRPr sz="1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894" y="3080897"/>
            <a:ext cx="5711175" cy="4531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4426" y="2067601"/>
            <a:ext cx="5739301" cy="101329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481" indent="0">
              <a:buNone/>
              <a:defRPr sz="2168" b="1"/>
            </a:lvl2pPr>
            <a:lvl3pPr marL="990961" indent="0">
              <a:buNone/>
              <a:defRPr sz="1951" b="1"/>
            </a:lvl3pPr>
            <a:lvl4pPr marL="1486442" indent="0">
              <a:buNone/>
              <a:defRPr sz="1733" b="1"/>
            </a:lvl4pPr>
            <a:lvl5pPr marL="1981921" indent="0">
              <a:buNone/>
              <a:defRPr sz="1733" b="1"/>
            </a:lvl5pPr>
            <a:lvl6pPr marL="2477401" indent="0">
              <a:buNone/>
              <a:defRPr sz="1733" b="1"/>
            </a:lvl6pPr>
            <a:lvl7pPr marL="2972882" indent="0">
              <a:buNone/>
              <a:defRPr sz="1733" b="1"/>
            </a:lvl7pPr>
            <a:lvl8pPr marL="3468364" indent="0">
              <a:buNone/>
              <a:defRPr sz="1733" b="1"/>
            </a:lvl8pPr>
            <a:lvl9pPr marL="3963844" indent="0">
              <a:buNone/>
              <a:defRPr sz="1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4426" y="3080897"/>
            <a:ext cx="5739301" cy="4531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AD05A-213E-4ACB-8C7B-E4E539F6665F}" type="datetime1">
              <a:rPr lang="en-US" smtClean="0"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64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E53C-6BBC-40B2-ACCB-867434FFAFE1}" type="datetime1">
              <a:rPr lang="en-US" smtClean="0"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57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FB66-EDB0-4AD8-ACA4-333C24DD2147}" type="datetime1">
              <a:rPr lang="en-US" smtClean="0"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512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562292"/>
            <a:ext cx="4354134" cy="196802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01" y="1214395"/>
            <a:ext cx="6834426" cy="5993883"/>
          </a:xfrm>
        </p:spPr>
        <p:txBody>
          <a:bodyPr/>
          <a:lstStyle>
            <a:lvl1pPr>
              <a:defRPr sz="3467"/>
            </a:lvl1pPr>
            <a:lvl2pPr>
              <a:defRPr sz="3034"/>
            </a:lvl2pPr>
            <a:lvl3pPr>
              <a:defRPr sz="2600"/>
            </a:lvl3pPr>
            <a:lvl4pPr>
              <a:defRPr sz="2168"/>
            </a:lvl4pPr>
            <a:lvl5pPr>
              <a:defRPr sz="2168"/>
            </a:lvl5pPr>
            <a:lvl6pPr>
              <a:defRPr sz="2168"/>
            </a:lvl6pPr>
            <a:lvl7pPr>
              <a:defRPr sz="2168"/>
            </a:lvl7pPr>
            <a:lvl8pPr>
              <a:defRPr sz="2168"/>
            </a:lvl8pPr>
            <a:lvl9pPr>
              <a:defRPr sz="21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0" y="2530317"/>
            <a:ext cx="4354134" cy="4687725"/>
          </a:xfrm>
        </p:spPr>
        <p:txBody>
          <a:bodyPr/>
          <a:lstStyle>
            <a:lvl1pPr marL="0" indent="0">
              <a:buNone/>
              <a:defRPr sz="1733"/>
            </a:lvl1pPr>
            <a:lvl2pPr marL="495481" indent="0">
              <a:buNone/>
              <a:defRPr sz="1516"/>
            </a:lvl2pPr>
            <a:lvl3pPr marL="990961" indent="0">
              <a:buNone/>
              <a:defRPr sz="1301"/>
            </a:lvl3pPr>
            <a:lvl4pPr marL="1486442" indent="0">
              <a:buNone/>
              <a:defRPr sz="1084"/>
            </a:lvl4pPr>
            <a:lvl5pPr marL="1981921" indent="0">
              <a:buNone/>
              <a:defRPr sz="1084"/>
            </a:lvl5pPr>
            <a:lvl6pPr marL="2477401" indent="0">
              <a:buNone/>
              <a:defRPr sz="1084"/>
            </a:lvl6pPr>
            <a:lvl7pPr marL="2972882" indent="0">
              <a:buNone/>
              <a:defRPr sz="1084"/>
            </a:lvl7pPr>
            <a:lvl8pPr marL="3468364" indent="0">
              <a:buNone/>
              <a:defRPr sz="1084"/>
            </a:lvl8pPr>
            <a:lvl9pPr marL="3963844" indent="0">
              <a:buNone/>
              <a:defRPr sz="10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C97-FAA6-4364-A357-11E9AFC203F9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95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90" y="562292"/>
            <a:ext cx="4354134" cy="196802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39301" y="1214395"/>
            <a:ext cx="6834426" cy="5993883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481" indent="0">
              <a:buNone/>
              <a:defRPr sz="3034"/>
            </a:lvl2pPr>
            <a:lvl3pPr marL="990961" indent="0">
              <a:buNone/>
              <a:defRPr sz="2600"/>
            </a:lvl3pPr>
            <a:lvl4pPr marL="1486442" indent="0">
              <a:buNone/>
              <a:defRPr sz="2168"/>
            </a:lvl4pPr>
            <a:lvl5pPr marL="1981921" indent="0">
              <a:buNone/>
              <a:defRPr sz="2168"/>
            </a:lvl5pPr>
            <a:lvl6pPr marL="2477401" indent="0">
              <a:buNone/>
              <a:defRPr sz="2168"/>
            </a:lvl6pPr>
            <a:lvl7pPr marL="2972882" indent="0">
              <a:buNone/>
              <a:defRPr sz="2168"/>
            </a:lvl7pPr>
            <a:lvl8pPr marL="3468364" indent="0">
              <a:buNone/>
              <a:defRPr sz="2168"/>
            </a:lvl8pPr>
            <a:lvl9pPr marL="3963844" indent="0">
              <a:buNone/>
              <a:defRPr sz="21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890" y="2530317"/>
            <a:ext cx="4354134" cy="4687725"/>
          </a:xfrm>
        </p:spPr>
        <p:txBody>
          <a:bodyPr/>
          <a:lstStyle>
            <a:lvl1pPr marL="0" indent="0">
              <a:buNone/>
              <a:defRPr sz="1733"/>
            </a:lvl1pPr>
            <a:lvl2pPr marL="495481" indent="0">
              <a:buNone/>
              <a:defRPr sz="1516"/>
            </a:lvl2pPr>
            <a:lvl3pPr marL="990961" indent="0">
              <a:buNone/>
              <a:defRPr sz="1301"/>
            </a:lvl3pPr>
            <a:lvl4pPr marL="1486442" indent="0">
              <a:buNone/>
              <a:defRPr sz="1084"/>
            </a:lvl4pPr>
            <a:lvl5pPr marL="1981921" indent="0">
              <a:buNone/>
              <a:defRPr sz="1084"/>
            </a:lvl5pPr>
            <a:lvl6pPr marL="2477401" indent="0">
              <a:buNone/>
              <a:defRPr sz="1084"/>
            </a:lvl6pPr>
            <a:lvl7pPr marL="2972882" indent="0">
              <a:buNone/>
              <a:defRPr sz="1084"/>
            </a:lvl7pPr>
            <a:lvl8pPr marL="3468364" indent="0">
              <a:buNone/>
              <a:defRPr sz="1084"/>
            </a:lvl8pPr>
            <a:lvl9pPr marL="3963844" indent="0">
              <a:buNone/>
              <a:defRPr sz="10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F48AE-D3F3-4EFF-8027-4D113B01CCA5}" type="datetime1">
              <a:rPr lang="en-US" smtClean="0"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855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E5104-BB3B-41C8-9B07-78FE0229929D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6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1011" y="449055"/>
            <a:ext cx="2910959" cy="71477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131" y="449055"/>
            <a:ext cx="8564126" cy="71477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0263C-621C-4C1C-A9E7-341410CB66BB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 to Overview of Icon Fonts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57929" y="1992375"/>
            <a:ext cx="12383468" cy="5202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57931" y="619850"/>
            <a:ext cx="12383467" cy="454227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6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132" y="449054"/>
            <a:ext cx="11643836" cy="1630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132" y="2245265"/>
            <a:ext cx="11643836" cy="535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72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dt="0"/>
  <p:txStyles>
    <p:titleStyle>
      <a:lvl1pPr algn="l" defTabSz="1012515" rtl="0" eaLnBrk="1" latinLnBrk="0" hangingPunct="1">
        <a:lnSpc>
          <a:spcPct val="90000"/>
        </a:lnSpc>
        <a:spcBef>
          <a:spcPct val="0"/>
        </a:spcBef>
        <a:buNone/>
        <a:defRPr sz="48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3129" indent="-253129" algn="l" defTabSz="1012515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59386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265644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771901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278159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784417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3290674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796932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4303189" indent="-253129" algn="l" defTabSz="1012515" rtl="0" eaLnBrk="1" latinLnBrk="0" hangingPunct="1">
        <a:lnSpc>
          <a:spcPct val="90000"/>
        </a:lnSpc>
        <a:spcBef>
          <a:spcPts val="554"/>
        </a:spcBef>
        <a:buFont typeface="Arial" panose="020B0604020202020204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1pPr>
      <a:lvl2pPr marL="506258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2pPr>
      <a:lvl3pPr marL="1012515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3pPr>
      <a:lvl4pPr marL="1518773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25030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31288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3037545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543803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4050060" algn="l" defTabSz="1012515" rtl="0" eaLnBrk="1" latinLnBrk="0" hangingPunct="1"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135" y="449055"/>
            <a:ext cx="11643836" cy="16302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135" y="2245268"/>
            <a:ext cx="11643836" cy="535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133" y="7817429"/>
            <a:ext cx="3037522" cy="4490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A06F4-EC87-4D5E-BAFE-3ACDEDBC2E70}" type="datetime1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1910" y="7817429"/>
            <a:ext cx="4556283" cy="4490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 to Overview of Icon Fonts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4445" y="7817429"/>
            <a:ext cx="3037522" cy="4490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FF117-2D76-4305-A47D-283115033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4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hf sldNum="0" hdr="0" dt="0"/>
  <p:txStyles>
    <p:titleStyle>
      <a:lvl1pPr algn="l" defTabSz="990961" rtl="0" eaLnBrk="1" latinLnBrk="0" hangingPunct="1">
        <a:lnSpc>
          <a:spcPct val="90000"/>
        </a:lnSpc>
        <a:spcBef>
          <a:spcPct val="0"/>
        </a:spcBef>
        <a:buNone/>
        <a:defRPr sz="47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740" indent="-247740" algn="l" defTabSz="990961" rtl="0" eaLnBrk="1" latinLnBrk="0" hangingPunct="1">
        <a:lnSpc>
          <a:spcPct val="90000"/>
        </a:lnSpc>
        <a:spcBef>
          <a:spcPts val="1084"/>
        </a:spcBef>
        <a:buFont typeface="Arial" panose="020B0604020202020204" pitchFamily="34" charset="0"/>
        <a:buChar char="•"/>
        <a:defRPr sz="3034" kern="1200">
          <a:solidFill>
            <a:schemeClr val="tx1"/>
          </a:solidFill>
          <a:latin typeface="+mn-lt"/>
          <a:ea typeface="+mn-ea"/>
          <a:cs typeface="+mn-cs"/>
        </a:defRPr>
      </a:lvl1pPr>
      <a:lvl2pPr marL="743221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701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8" kern="1200">
          <a:solidFill>
            <a:schemeClr val="tx1"/>
          </a:solidFill>
          <a:latin typeface="+mn-lt"/>
          <a:ea typeface="+mn-ea"/>
          <a:cs typeface="+mn-cs"/>
        </a:defRPr>
      </a:lvl3pPr>
      <a:lvl4pPr marL="1734182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2229663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725143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3220624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716103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4211583" indent="-247740" algn="l" defTabSz="990961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1pPr>
      <a:lvl2pPr marL="495481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2pPr>
      <a:lvl3pPr marL="990961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3pPr>
      <a:lvl4pPr marL="1486442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4pPr>
      <a:lvl5pPr marL="1981921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5pPr>
      <a:lvl6pPr marL="2477401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6pPr>
      <a:lvl7pPr marL="2972882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7pPr>
      <a:lvl8pPr marL="3468364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8pPr>
      <a:lvl9pPr marL="3963844" algn="l" defTabSz="990961" rtl="0" eaLnBrk="1" latinLnBrk="0" hangingPunct="1">
        <a:defRPr sz="19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hyperlink" Target="https://sap.sharepoint.com/:p:/r/teams/SMEProductManagement/Shared%20Documents/General/SAP_All/BAF/Vision_and_Roadmap/SME%20Platform%20Requirements/Partner%20Reference%20App/Presentations/Scalable%20Partner%20SaaS%20Solutions%20with%20ABAP%20Cloud_ABAP%20Newsletter_2025-10.pptx?d=wce7f9e0de99c45cb81153b1551f94f25&amp;csf=1&amp;web=1&amp;e=WOV8ZE&amp;nav=eyJzSWQiOjI2MiwiY0lkIjoxMjUyOTQ4MjY2fQ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.sv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0DEF9-3C1A-43BB-962A-B1ED6D3D7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ounded Rectangle 21">
            <a:extLst>
              <a:ext uri="{FF2B5EF4-FFF2-40B4-BE49-F238E27FC236}">
                <a16:creationId xmlns:a16="http://schemas.microsoft.com/office/drawing/2014/main" id="{9D5586EA-A4B2-C2CD-0F34-B762388E589E}"/>
              </a:ext>
            </a:extLst>
          </p:cNvPr>
          <p:cNvSpPr/>
          <p:nvPr/>
        </p:nvSpPr>
        <p:spPr>
          <a:xfrm>
            <a:off x="707587" y="5422147"/>
            <a:ext cx="11995489" cy="2358328"/>
          </a:xfrm>
          <a:prstGeom prst="roundRect">
            <a:avLst>
              <a:gd name="adj" fmla="val 0"/>
            </a:avLst>
          </a:prstGeom>
          <a:solidFill>
            <a:srgbClr val="F5F6F7"/>
          </a:solidFill>
          <a:ln w="190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1993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078AE9-15F1-60C9-1438-FEDE5546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  <a:latin typeface="72 Brand Medium" panose="020B0604030603020204" pitchFamily="34" charset="0"/>
              </a:rPr>
              <a:t>Sample Landscape</a:t>
            </a:r>
            <a:endParaRPr lang="en-DE" b="0" dirty="0">
              <a:latin typeface="72 Brand Medium" panose="020B0604030603020204" pitchFamily="34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1488C4C-C347-D799-0FAE-D9063D865233}"/>
              </a:ext>
            </a:extLst>
          </p:cNvPr>
          <p:cNvGrpSpPr/>
          <p:nvPr/>
        </p:nvGrpSpPr>
        <p:grpSpPr>
          <a:xfrm>
            <a:off x="5768808" y="6673840"/>
            <a:ext cx="1873050" cy="916599"/>
            <a:chOff x="3378691" y="5762925"/>
            <a:chExt cx="1692000" cy="828000"/>
          </a:xfrm>
        </p:grpSpPr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A3BCA946-A982-DBF1-5E7D-477898D21C22}"/>
                </a:ext>
              </a:extLst>
            </p:cNvPr>
            <p:cNvSpPr/>
            <p:nvPr/>
          </p:nvSpPr>
          <p:spPr>
            <a:xfrm>
              <a:off x="3378691" y="5762925"/>
              <a:ext cx="1692000" cy="828000"/>
            </a:xfrm>
            <a:prstGeom prst="roundRect">
              <a:avLst>
                <a:gd name="adj" fmla="val 4549"/>
              </a:avLst>
            </a:prstGeom>
            <a:solidFill>
              <a:srgbClr val="EBF8FF"/>
            </a:solidFill>
            <a:ln w="19050">
              <a:solidFill>
                <a:srgbClr val="0070F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107" b="1" kern="0">
                  <a:solidFill>
                    <a:prstClr val="black"/>
                  </a:solidFill>
                  <a:latin typeface="72" panose="020B0503030000000003" pitchFamily="34" charset="0"/>
                  <a:cs typeface="72" panose="020B0503030000000003" pitchFamily="34" charset="0"/>
                </a:rPr>
                <a:t>Partner App Runtime</a:t>
              </a:r>
            </a:p>
            <a:p>
              <a:pPr algn="ctr">
                <a:spcBef>
                  <a:spcPts val="332"/>
                </a:spcBef>
              </a:pPr>
              <a:r>
                <a:rPr lang="en-US" sz="996" kern="0">
                  <a:solidFill>
                    <a:prstClr val="black"/>
                  </a:solidFill>
                  <a:latin typeface="72" panose="020B0503030000000003" pitchFamily="34" charset="0"/>
                  <a:cs typeface="72" panose="020B0503030000000003" pitchFamily="34" charset="0"/>
                </a:rPr>
                <a:t>Provider Subaccount</a:t>
              </a:r>
              <a:endParaRPr lang="en-DE" sz="996">
                <a:latin typeface="72" panose="020B0503030000000003" pitchFamily="34" charset="0"/>
                <a:cs typeface="72" panose="020B0503030000000003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348B6E-3FF9-0E7A-BB32-3E7E96C7C9A6}"/>
                </a:ext>
              </a:extLst>
            </p:cNvPr>
            <p:cNvGrpSpPr/>
            <p:nvPr/>
          </p:nvGrpSpPr>
          <p:grpSpPr>
            <a:xfrm>
              <a:off x="3973465" y="6235452"/>
              <a:ext cx="543960" cy="252000"/>
              <a:chOff x="5766314" y="6252946"/>
              <a:chExt cx="543960" cy="252000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A2561146-4C73-36EE-D458-B328DA1821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66314" y="6252946"/>
                <a:ext cx="237176" cy="252000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84C44D7F-CACB-4B43-5432-2E2938DB8D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073097" y="6252946"/>
                <a:ext cx="237177" cy="252000"/>
              </a:xfrm>
              <a:prstGeom prst="rect">
                <a:avLst/>
              </a:prstGeom>
            </p:spPr>
          </p:pic>
        </p:grpSp>
      </p:grp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5864FB8-D534-E56C-CF87-555411E0BF2F}"/>
              </a:ext>
            </a:extLst>
          </p:cNvPr>
          <p:cNvCxnSpPr>
            <a:cxnSpLocks/>
          </p:cNvCxnSpPr>
          <p:nvPr/>
        </p:nvCxnSpPr>
        <p:spPr>
          <a:xfrm>
            <a:off x="707588" y="5394050"/>
            <a:ext cx="11995489" cy="0"/>
          </a:xfrm>
          <a:prstGeom prst="straightConnector1">
            <a:avLst/>
          </a:prstGeom>
          <a:ln w="38100">
            <a:solidFill>
              <a:srgbClr val="5B738B"/>
            </a:solidFill>
            <a:prstDash val="sysDot"/>
            <a:headEnd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 36">
            <a:extLst>
              <a:ext uri="{FF2B5EF4-FFF2-40B4-BE49-F238E27FC236}">
                <a16:creationId xmlns:a16="http://schemas.microsoft.com/office/drawing/2014/main" id="{031BE97B-503F-5404-9B85-FB4587679924}"/>
              </a:ext>
            </a:extLst>
          </p:cNvPr>
          <p:cNvSpPr/>
          <p:nvPr/>
        </p:nvSpPr>
        <p:spPr>
          <a:xfrm rot="16200000">
            <a:off x="-3873" y="6377033"/>
            <a:ext cx="1802668" cy="25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550"/>
              </a:lnSpc>
            </a:pPr>
            <a:r>
              <a:rPr lang="en-US" sz="1328" b="1" dirty="0">
                <a:latin typeface="72 Brand" panose="020B0504030603020204" pitchFamily="34" charset="0"/>
                <a:ea typeface="72 Black" pitchFamily="34" charset="-122"/>
                <a:cs typeface="72" panose="020B0503030000000003" pitchFamily="34" charset="0"/>
              </a:rPr>
              <a:t>Partner BTP Account</a:t>
            </a:r>
            <a:endParaRPr lang="en-US" sz="1328" b="1" dirty="0">
              <a:latin typeface="72 Brand" panose="020B0504030603020204" pitchFamily="34" charset="0"/>
              <a:cs typeface="72" panose="020B0503030000000003" pitchFamily="34" charset="0"/>
            </a:endParaRPr>
          </a:p>
        </p:txBody>
      </p:sp>
      <p:sp>
        <p:nvSpPr>
          <p:cNvPr id="158" name="Text 36">
            <a:extLst>
              <a:ext uri="{FF2B5EF4-FFF2-40B4-BE49-F238E27FC236}">
                <a16:creationId xmlns:a16="http://schemas.microsoft.com/office/drawing/2014/main" id="{65CC4581-38DF-74C6-F46B-321DFBAAFFB6}"/>
              </a:ext>
            </a:extLst>
          </p:cNvPr>
          <p:cNvSpPr/>
          <p:nvPr/>
        </p:nvSpPr>
        <p:spPr>
          <a:xfrm rot="16200000">
            <a:off x="-3871" y="4189633"/>
            <a:ext cx="1802668" cy="253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328" b="1">
                <a:latin typeface="72 Brand" panose="020B0504030603020204" pitchFamily="34" charset="0"/>
                <a:ea typeface="72 Black" pitchFamily="34" charset="-122"/>
                <a:cs typeface="72" panose="020B0503030000000003" pitchFamily="34" charset="0"/>
              </a:rPr>
              <a:t>Customer Account</a:t>
            </a:r>
            <a:endParaRPr lang="en-US" sz="1328" b="1">
              <a:latin typeface="72 Brand" panose="020B0504030603020204" pitchFamily="34" charset="0"/>
              <a:cs typeface="72" panose="020B0503030000000003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A5B5AAF-3DAA-35FB-61C0-AE59550FE20A}"/>
              </a:ext>
            </a:extLst>
          </p:cNvPr>
          <p:cNvGrpSpPr/>
          <p:nvPr/>
        </p:nvGrpSpPr>
        <p:grpSpPr>
          <a:xfrm>
            <a:off x="1983123" y="1739913"/>
            <a:ext cx="4706656" cy="4933927"/>
            <a:chOff x="3646389" y="1259928"/>
            <a:chExt cx="4251709" cy="44570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30E2FB6-F8B5-2DCB-B533-EDDD7F70B29A}"/>
                </a:ext>
              </a:extLst>
            </p:cNvPr>
            <p:cNvGrpSpPr/>
            <p:nvPr/>
          </p:nvGrpSpPr>
          <p:grpSpPr>
            <a:xfrm>
              <a:off x="3646389" y="1259928"/>
              <a:ext cx="4251709" cy="4457012"/>
              <a:chOff x="3646389" y="1259928"/>
              <a:chExt cx="4251709" cy="445701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E14515-65BA-F732-3CC7-7C14CBBC8755}"/>
                  </a:ext>
                </a:extLst>
              </p:cNvPr>
              <p:cNvSpPr txBox="1"/>
              <p:nvPr/>
            </p:nvSpPr>
            <p:spPr>
              <a:xfrm>
                <a:off x="3646389" y="1259928"/>
                <a:ext cx="24660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en-IN" sz="1328" b="1" dirty="0"/>
                  <a:t>Andina Music Productions</a:t>
                </a:r>
                <a:endParaRPr lang="en-US" sz="1328" b="1" kern="0" dirty="0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E6FDCFB-D4A7-5045-ED27-7FC423ABA866}"/>
                  </a:ext>
                </a:extLst>
              </p:cNvPr>
              <p:cNvSpPr/>
              <p:nvPr/>
            </p:nvSpPr>
            <p:spPr bwMode="gray">
              <a:xfrm>
                <a:off x="4429425" y="1521281"/>
                <a:ext cx="900000" cy="900000"/>
              </a:xfrm>
              <a:prstGeom prst="ellipse">
                <a:avLst/>
              </a:prstGeom>
              <a:blipFill dpi="0" rotWithShape="1">
                <a:blip r:embed="rId7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 w="635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</p:spPr>
            <p:txBody>
              <a:bodyPr lIns="99630" tIns="79704" rIns="99630" bIns="79704" rtlCol="0" anchor="ctr"/>
              <a:lstStyle/>
              <a:p>
                <a:pPr algn="ctr" defTabSz="1012241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en-DE" sz="1993" kern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68" name="Rounded Rectangle 4">
                <a:extLst>
                  <a:ext uri="{FF2B5EF4-FFF2-40B4-BE49-F238E27FC236}">
                    <a16:creationId xmlns:a16="http://schemas.microsoft.com/office/drawing/2014/main" id="{051BC213-4C2F-5C90-485E-0C4F15A54C38}"/>
                  </a:ext>
                </a:extLst>
              </p:cNvPr>
              <p:cNvSpPr/>
              <p:nvPr/>
            </p:nvSpPr>
            <p:spPr>
              <a:xfrm>
                <a:off x="4028206" y="4753581"/>
                <a:ext cx="1692000" cy="504000"/>
              </a:xfrm>
              <a:prstGeom prst="roundRect">
                <a:avLst>
                  <a:gd name="adj" fmla="val 4549"/>
                </a:avLst>
              </a:prstGeom>
              <a:solidFill>
                <a:schemeClr val="bg1"/>
              </a:solidFill>
              <a:ln w="19050">
                <a:solidFill>
                  <a:srgbClr val="0070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7" b="1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Subscription</a:t>
                </a:r>
              </a:p>
              <a:p>
                <a:pPr algn="ctr">
                  <a:spcBef>
                    <a:spcPts val="332"/>
                  </a:spcBef>
                </a:pPr>
                <a:r>
                  <a:rPr lang="en-US" sz="996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Customer 1</a:t>
                </a:r>
                <a:endParaRPr lang="en-DE" sz="1107" dirty="0">
                  <a:latin typeface="72" panose="020B0503030000000003" pitchFamily="34" charset="0"/>
                  <a:cs typeface="72" panose="020B0503030000000003" pitchFamily="34" charset="0"/>
                </a:endParaRPr>
              </a:p>
            </p:txBody>
          </p:sp>
          <p:sp>
            <p:nvSpPr>
              <p:cNvPr id="88" name="Rounded Rectangle 4">
                <a:extLst>
                  <a:ext uri="{FF2B5EF4-FFF2-40B4-BE49-F238E27FC236}">
                    <a16:creationId xmlns:a16="http://schemas.microsoft.com/office/drawing/2014/main" id="{0BBA5F2D-60CA-5528-EB53-2ED2B7D0A0FC}"/>
                  </a:ext>
                </a:extLst>
              </p:cNvPr>
              <p:cNvSpPr/>
              <p:nvPr/>
            </p:nvSpPr>
            <p:spPr>
              <a:xfrm>
                <a:off x="4159425" y="2556990"/>
                <a:ext cx="1440000" cy="472093"/>
              </a:xfrm>
              <a:prstGeom prst="roundRect">
                <a:avLst>
                  <a:gd name="adj" fmla="val 4549"/>
                </a:avLst>
              </a:prstGeom>
              <a:solidFill>
                <a:schemeClr val="bg1"/>
              </a:solidFill>
              <a:ln w="19050">
                <a:solidFill>
                  <a:srgbClr val="18891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7">
                    <a:solidFill>
                      <a:schemeClr val="tx1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Cloud Identity Service</a:t>
                </a:r>
              </a:p>
            </p:txBody>
          </p:sp>
          <p:pic>
            <p:nvPicPr>
              <p:cNvPr id="89" name="Graphic 88">
                <a:extLst>
                  <a:ext uri="{FF2B5EF4-FFF2-40B4-BE49-F238E27FC236}">
                    <a16:creationId xmlns:a16="http://schemas.microsoft.com/office/drawing/2014/main" id="{82A6EBB1-A3E3-DC29-0543-5190F76E52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780312" y="2779560"/>
                <a:ext cx="198227" cy="216000"/>
              </a:xfrm>
              <a:prstGeom prst="rect">
                <a:avLst/>
              </a:prstGeom>
            </p:spPr>
          </p:pic>
          <p:cxnSp>
            <p:nvCxnSpPr>
              <p:cNvPr id="116" name="Straight Arrow Connector 111">
                <a:extLst>
                  <a:ext uri="{FF2B5EF4-FFF2-40B4-BE49-F238E27FC236}">
                    <a16:creationId xmlns:a16="http://schemas.microsoft.com/office/drawing/2014/main" id="{D464EDB1-BF2C-49EE-1509-8484607A9373}"/>
                  </a:ext>
                </a:extLst>
              </p:cNvPr>
              <p:cNvCxnSpPr>
                <a:cxnSpLocks/>
                <a:stCxn id="68" idx="2"/>
              </p:cNvCxnSpPr>
              <p:nvPr/>
            </p:nvCxnSpPr>
            <p:spPr>
              <a:xfrm>
                <a:off x="4874206" y="5257581"/>
                <a:ext cx="3023892" cy="459359"/>
              </a:xfrm>
              <a:prstGeom prst="straightConnector1">
                <a:avLst/>
              </a:prstGeom>
              <a:ln w="19050">
                <a:solidFill>
                  <a:srgbClr val="0070F2"/>
                </a:solidFill>
                <a:headEnd w="sm" len="sm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1765B272-99C4-9E72-59AC-741B13F3191E}"/>
                  </a:ext>
                </a:extLst>
              </p:cNvPr>
              <p:cNvCxnSpPr>
                <a:cxnSpLocks/>
                <a:stCxn id="68" idx="0"/>
                <a:endCxn id="88" idx="2"/>
              </p:cNvCxnSpPr>
              <p:nvPr/>
            </p:nvCxnSpPr>
            <p:spPr>
              <a:xfrm rot="5400000" flipH="1" flipV="1">
                <a:off x="4014566" y="3888723"/>
                <a:ext cx="1724498" cy="5219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rgbClr val="188918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ounded Rectangle 4">
                <a:extLst>
                  <a:ext uri="{FF2B5EF4-FFF2-40B4-BE49-F238E27FC236}">
                    <a16:creationId xmlns:a16="http://schemas.microsoft.com/office/drawing/2014/main" id="{760E02C9-EED6-08B1-54D6-628BD62E8F84}"/>
                  </a:ext>
                </a:extLst>
              </p:cNvPr>
              <p:cNvSpPr/>
              <p:nvPr/>
            </p:nvSpPr>
            <p:spPr>
              <a:xfrm>
                <a:off x="4033425" y="3299107"/>
                <a:ext cx="1692000" cy="828000"/>
              </a:xfrm>
              <a:prstGeom prst="roundRect">
                <a:avLst>
                  <a:gd name="adj" fmla="val 4549"/>
                </a:avLst>
              </a:prstGeom>
              <a:solidFill>
                <a:schemeClr val="bg1"/>
              </a:solidFill>
              <a:ln w="19050">
                <a:solidFill>
                  <a:srgbClr val="18891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107" b="1" kern="0" dirty="0">
                  <a:solidFill>
                    <a:prstClr val="black"/>
                  </a:solidFill>
                  <a:latin typeface="72" panose="020B0503030000000003" pitchFamily="34" charset="0"/>
                  <a:cs typeface="72" panose="020B0503030000000003" pitchFamily="34" charset="0"/>
                </a:endParaRPr>
              </a:p>
              <a:p>
                <a:pPr algn="ctr">
                  <a:spcBef>
                    <a:spcPts val="664"/>
                  </a:spcBef>
                </a:pPr>
                <a:br>
                  <a:rPr lang="en-US" sz="996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</a:br>
                <a:r>
                  <a:rPr lang="en-US" sz="996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Enterprise Projects</a:t>
                </a:r>
              </a:p>
            </p:txBody>
          </p:sp>
        </p:grpSp>
        <p:pic>
          <p:nvPicPr>
            <p:cNvPr id="7" name="Graphic 9">
              <a:extLst>
                <a:ext uri="{FF2B5EF4-FFF2-40B4-BE49-F238E27FC236}">
                  <a16:creationId xmlns:a16="http://schemas.microsoft.com/office/drawing/2014/main" id="{C93C65FC-A9ED-CE68-6482-B0A2D0454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24025" y="3411805"/>
              <a:ext cx="1500359" cy="180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42D23B-A5C2-A2F6-7E73-5B94318819F6}"/>
              </a:ext>
            </a:extLst>
          </p:cNvPr>
          <p:cNvGrpSpPr/>
          <p:nvPr/>
        </p:nvGrpSpPr>
        <p:grpSpPr>
          <a:xfrm>
            <a:off x="5759105" y="1739913"/>
            <a:ext cx="1882755" cy="4933927"/>
            <a:chOff x="7089987" y="1247239"/>
            <a:chExt cx="1700767" cy="445701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42B6060-F9F9-DBEE-1C5D-0DF3EA690BCA}"/>
                </a:ext>
              </a:extLst>
            </p:cNvPr>
            <p:cNvGrpSpPr/>
            <p:nvPr/>
          </p:nvGrpSpPr>
          <p:grpSpPr>
            <a:xfrm>
              <a:off x="7089987" y="1247239"/>
              <a:ext cx="1700767" cy="4457012"/>
              <a:chOff x="7089987" y="1247239"/>
              <a:chExt cx="1700767" cy="4457012"/>
            </a:xfrm>
          </p:grpSpPr>
          <p:sp>
            <p:nvSpPr>
              <p:cNvPr id="71" name="Rounded Rectangle 4">
                <a:extLst>
                  <a:ext uri="{FF2B5EF4-FFF2-40B4-BE49-F238E27FC236}">
                    <a16:creationId xmlns:a16="http://schemas.microsoft.com/office/drawing/2014/main" id="{FEEED56C-F7BA-3053-0666-CE229E3156AF}"/>
                  </a:ext>
                </a:extLst>
              </p:cNvPr>
              <p:cNvSpPr/>
              <p:nvPr/>
            </p:nvSpPr>
            <p:spPr>
              <a:xfrm>
                <a:off x="7096086" y="4740892"/>
                <a:ext cx="1692000" cy="504000"/>
              </a:xfrm>
              <a:prstGeom prst="roundRect">
                <a:avLst>
                  <a:gd name="adj" fmla="val 4549"/>
                </a:avLst>
              </a:prstGeom>
              <a:solidFill>
                <a:schemeClr val="bg1"/>
              </a:solidFill>
              <a:ln w="19050">
                <a:solidFill>
                  <a:srgbClr val="0070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7" b="1" kern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Subscription</a:t>
                </a:r>
              </a:p>
              <a:p>
                <a:pPr algn="ctr">
                  <a:spcBef>
                    <a:spcPts val="332"/>
                  </a:spcBef>
                </a:pPr>
                <a:r>
                  <a:rPr lang="en-US" sz="996" kern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Customer 2</a:t>
                </a:r>
                <a:endParaRPr lang="en-DE" sz="1107" dirty="0">
                  <a:latin typeface="72" panose="020B0503030000000003" pitchFamily="34" charset="0"/>
                  <a:cs typeface="72" panose="020B0503030000000003" pitchFamily="34" charset="0"/>
                </a:endParaRPr>
              </a:p>
            </p:txBody>
          </p:sp>
          <p:cxnSp>
            <p:nvCxnSpPr>
              <p:cNvPr id="119" name="Straight Arrow Connector 111">
                <a:extLst>
                  <a:ext uri="{FF2B5EF4-FFF2-40B4-BE49-F238E27FC236}">
                    <a16:creationId xmlns:a16="http://schemas.microsoft.com/office/drawing/2014/main" id="{00D102C1-1F4D-E915-1194-8AF77459AB90}"/>
                  </a:ext>
                </a:extLst>
              </p:cNvPr>
              <p:cNvCxnSpPr>
                <a:cxnSpLocks/>
                <a:stCxn id="71" idx="2"/>
                <a:endCxn id="47" idx="0"/>
              </p:cNvCxnSpPr>
              <p:nvPr/>
            </p:nvCxnSpPr>
            <p:spPr>
              <a:xfrm>
                <a:off x="7942086" y="5244892"/>
                <a:ext cx="2668" cy="459359"/>
              </a:xfrm>
              <a:prstGeom prst="straightConnector1">
                <a:avLst/>
              </a:prstGeom>
              <a:ln w="19050">
                <a:solidFill>
                  <a:srgbClr val="0070F2"/>
                </a:solidFill>
                <a:headEnd w="sm" len="sm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67883BE-D7EE-3A5B-AA7F-EFCF40D8020A}"/>
                  </a:ext>
                </a:extLst>
              </p:cNvPr>
              <p:cNvSpPr txBox="1"/>
              <p:nvPr/>
            </p:nvSpPr>
            <p:spPr>
              <a:xfrm>
                <a:off x="7089987" y="1247239"/>
                <a:ext cx="17007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en-US" sz="1328" b="1" kern="0" dirty="0">
                    <a:ea typeface="Arial Unicode MS" pitchFamily="34" charset="-128"/>
                    <a:cs typeface="Arial Unicode MS" pitchFamily="34" charset="-128"/>
                  </a:rPr>
                  <a:t>OEC Computers</a:t>
                </a:r>
                <a:endParaRPr lang="en-US" sz="1328" b="1" kern="0" baseline="30000" dirty="0">
                  <a:ea typeface="Arial Unicode MS" pitchFamily="34" charset="-128"/>
                  <a:cs typeface="Arial Unicode MS" pitchFamily="34" charset="-128"/>
                </a:endParaRP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en-US" sz="1328" b="1" kern="0" dirty="0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E0C20EC2-CEDB-3AE5-5EA3-38C0E713262F}"/>
                  </a:ext>
                </a:extLst>
              </p:cNvPr>
              <p:cNvSpPr/>
              <p:nvPr/>
            </p:nvSpPr>
            <p:spPr bwMode="gray">
              <a:xfrm>
                <a:off x="7490370" y="1497023"/>
                <a:ext cx="900000" cy="900000"/>
              </a:xfrm>
              <a:prstGeom prst="ellipse">
                <a:avLst/>
              </a:prstGeom>
              <a:blipFill dpi="0" rotWithShape="1">
                <a:blip r:embed="rId11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a:blipFill>
              <a:ln w="635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:ln>
            </p:spPr>
            <p:txBody>
              <a:bodyPr lIns="99630" tIns="79704" rIns="99630" bIns="79704" rtlCol="0" anchor="ctr"/>
              <a:lstStyle/>
              <a:p>
                <a:pPr algn="ctr" defTabSz="1012241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en-DE" sz="1993" kern="0" err="1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F4643A3-F0F9-DA15-D069-68B4E7161F38}"/>
                  </a:ext>
                </a:extLst>
              </p:cNvPr>
              <p:cNvGrpSpPr/>
              <p:nvPr/>
            </p:nvGrpSpPr>
            <p:grpSpPr>
              <a:xfrm>
                <a:off x="7220370" y="2532733"/>
                <a:ext cx="1440000" cy="472093"/>
                <a:chOff x="2758285" y="2629595"/>
                <a:chExt cx="1476805" cy="472093"/>
              </a:xfrm>
            </p:grpSpPr>
            <p:sp>
              <p:nvSpPr>
                <p:cNvPr id="103" name="Rounded Rectangle 4">
                  <a:extLst>
                    <a:ext uri="{FF2B5EF4-FFF2-40B4-BE49-F238E27FC236}">
                      <a16:creationId xmlns:a16="http://schemas.microsoft.com/office/drawing/2014/main" id="{20ED4363-859B-7561-EBDB-72E69DF1854B}"/>
                    </a:ext>
                  </a:extLst>
                </p:cNvPr>
                <p:cNvSpPr/>
                <p:nvPr/>
              </p:nvSpPr>
              <p:spPr>
                <a:xfrm>
                  <a:off x="2758285" y="2629595"/>
                  <a:ext cx="1476805" cy="472093"/>
                </a:xfrm>
                <a:prstGeom prst="roundRect">
                  <a:avLst>
                    <a:gd name="adj" fmla="val 4549"/>
                  </a:avLst>
                </a:prstGeom>
                <a:solidFill>
                  <a:schemeClr val="bg1"/>
                </a:solidFill>
                <a:ln w="19050">
                  <a:solidFill>
                    <a:srgbClr val="5D36FF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107" kern="0">
                      <a:solidFill>
                        <a:prstClr val="black"/>
                      </a:solidFill>
                      <a:latin typeface="72" panose="020B0503030000000003" pitchFamily="34" charset="0"/>
                      <a:cs typeface="72" panose="020B0503030000000003" pitchFamily="34" charset="0"/>
                    </a:rPr>
                    <a:t>Cloud Identity Service</a:t>
                  </a:r>
                </a:p>
              </p:txBody>
            </p:sp>
            <p:pic>
              <p:nvPicPr>
                <p:cNvPr id="104" name="Graphic 103">
                  <a:extLst>
                    <a:ext uri="{FF2B5EF4-FFF2-40B4-BE49-F238E27FC236}">
                      <a16:creationId xmlns:a16="http://schemas.microsoft.com/office/drawing/2014/main" id="{05C38AD0-BFE3-DFAF-1F51-6DF331E764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screen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8560" y="2852165"/>
                  <a:ext cx="203294" cy="216000"/>
                </a:xfrm>
                <a:prstGeom prst="rect">
                  <a:avLst/>
                </a:prstGeom>
              </p:spPr>
            </p:pic>
          </p:grp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C3FA59B4-FC75-CBA4-41BF-A92E19EE99A8}"/>
                  </a:ext>
                </a:extLst>
              </p:cNvPr>
              <p:cNvCxnSpPr>
                <a:cxnSpLocks/>
                <a:stCxn id="71" idx="0"/>
                <a:endCxn id="103" idx="2"/>
              </p:cNvCxnSpPr>
              <p:nvPr/>
            </p:nvCxnSpPr>
            <p:spPr>
              <a:xfrm flipH="1" flipV="1">
                <a:off x="7940370" y="3004826"/>
                <a:ext cx="1716" cy="1736066"/>
              </a:xfrm>
              <a:prstGeom prst="straightConnector1">
                <a:avLst/>
              </a:prstGeom>
              <a:ln w="19050">
                <a:solidFill>
                  <a:srgbClr val="5D36F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Rounded Rectangle 4">
                <a:extLst>
                  <a:ext uri="{FF2B5EF4-FFF2-40B4-BE49-F238E27FC236}">
                    <a16:creationId xmlns:a16="http://schemas.microsoft.com/office/drawing/2014/main" id="{343E9CF4-AB3B-301D-E339-B08B372A60BB}"/>
                  </a:ext>
                </a:extLst>
              </p:cNvPr>
              <p:cNvSpPr/>
              <p:nvPr/>
            </p:nvSpPr>
            <p:spPr>
              <a:xfrm>
                <a:off x="7096182" y="3274849"/>
                <a:ext cx="1692000" cy="828000"/>
              </a:xfrm>
              <a:prstGeom prst="roundRect">
                <a:avLst>
                  <a:gd name="adj" fmla="val 4549"/>
                </a:avLst>
              </a:prstGeom>
              <a:solidFill>
                <a:schemeClr val="bg1"/>
              </a:solidFill>
              <a:ln w="19050">
                <a:solidFill>
                  <a:srgbClr val="5D36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162" b="1" kern="0" dirty="0">
                  <a:solidFill>
                    <a:prstClr val="black"/>
                  </a:solidFill>
                  <a:latin typeface="72" panose="020B0503030000000003" pitchFamily="34" charset="0"/>
                  <a:cs typeface="72" panose="020B0503030000000003" pitchFamily="34" charset="0"/>
                </a:endParaRPr>
              </a:p>
              <a:p>
                <a:pPr algn="ctr">
                  <a:spcBef>
                    <a:spcPts val="664"/>
                  </a:spcBef>
                </a:pPr>
                <a:br>
                  <a:rPr lang="en-US" sz="1107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</a:br>
                <a:r>
                  <a:rPr lang="en-US" sz="996" kern="0" dirty="0">
                    <a:solidFill>
                      <a:prstClr val="black"/>
                    </a:solidFill>
                    <a:latin typeface="72" panose="020B0503030000000003" pitchFamily="34" charset="0"/>
                  </a:rPr>
                  <a:t>Enterprise Projects</a:t>
                </a:r>
              </a:p>
            </p:txBody>
          </p:sp>
        </p:grpSp>
        <p:pic>
          <p:nvPicPr>
            <p:cNvPr id="24" name="Graphic 9">
              <a:extLst>
                <a:ext uri="{FF2B5EF4-FFF2-40B4-BE49-F238E27FC236}">
                  <a16:creationId xmlns:a16="http://schemas.microsoft.com/office/drawing/2014/main" id="{083D7991-21DA-3C94-EE12-6DED7B2E7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90190" y="3385303"/>
              <a:ext cx="1500359" cy="180000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9DC2AD5-5B19-80C1-4F65-5C391EF615AE}"/>
              </a:ext>
            </a:extLst>
          </p:cNvPr>
          <p:cNvSpPr txBox="1"/>
          <p:nvPr/>
        </p:nvSpPr>
        <p:spPr>
          <a:xfrm>
            <a:off x="562" y="8157389"/>
            <a:ext cx="5768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IN" sz="1200" dirty="0">
                <a:hlinkClick r:id="rId12"/>
              </a:rPr>
              <a:t>Scalable Partner SaaS Solutions with ABAP Cloud_ABAP Newsletter_2025-10.pptx</a:t>
            </a:r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1213580-1AD8-D58B-3FE8-B77E6B477C74}"/>
              </a:ext>
            </a:extLst>
          </p:cNvPr>
          <p:cNvGrpSpPr/>
          <p:nvPr/>
        </p:nvGrpSpPr>
        <p:grpSpPr>
          <a:xfrm>
            <a:off x="6705334" y="1739913"/>
            <a:ext cx="4586176" cy="4933927"/>
            <a:chOff x="6947200" y="1739913"/>
            <a:chExt cx="4586176" cy="493392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10C5DD4-A180-CA0B-F2E4-A10D44C71B9E}"/>
                </a:ext>
              </a:extLst>
            </p:cNvPr>
            <p:cNvGrpSpPr/>
            <p:nvPr/>
          </p:nvGrpSpPr>
          <p:grpSpPr>
            <a:xfrm>
              <a:off x="6947200" y="1739913"/>
              <a:ext cx="4586176" cy="4933927"/>
              <a:chOff x="4647880" y="1247239"/>
              <a:chExt cx="4142874" cy="4457012"/>
            </a:xfrm>
          </p:grpSpPr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CBED5FC0-6BDD-DE3D-8DEF-426C7F056C05}"/>
                  </a:ext>
                </a:extLst>
              </p:cNvPr>
              <p:cNvSpPr/>
              <p:nvPr/>
            </p:nvSpPr>
            <p:spPr>
              <a:xfrm>
                <a:off x="7096086" y="4740892"/>
                <a:ext cx="1692000" cy="504000"/>
              </a:xfrm>
              <a:prstGeom prst="roundRect">
                <a:avLst>
                  <a:gd name="adj" fmla="val 4549"/>
                </a:avLst>
              </a:prstGeom>
              <a:solidFill>
                <a:schemeClr val="bg1"/>
              </a:solidFill>
              <a:ln w="19050">
                <a:solidFill>
                  <a:srgbClr val="0070F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107" b="1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Subscription</a:t>
                </a:r>
              </a:p>
              <a:p>
                <a:pPr algn="ctr">
                  <a:spcBef>
                    <a:spcPts val="332"/>
                  </a:spcBef>
                </a:pPr>
                <a:r>
                  <a:rPr lang="en-US" sz="996" kern="0" dirty="0">
                    <a:solidFill>
                      <a:prstClr val="black"/>
                    </a:solidFill>
                    <a:latin typeface="72" panose="020B0503030000000003" pitchFamily="34" charset="0"/>
                    <a:cs typeface="72" panose="020B0503030000000003" pitchFamily="34" charset="0"/>
                  </a:rPr>
                  <a:t>Customer 3</a:t>
                </a:r>
                <a:endParaRPr lang="en-DE" sz="1107" dirty="0">
                  <a:latin typeface="72" panose="020B0503030000000003" pitchFamily="34" charset="0"/>
                  <a:cs typeface="72" panose="020B0503030000000003" pitchFamily="34" charset="0"/>
                </a:endParaRPr>
              </a:p>
            </p:txBody>
          </p:sp>
          <p:cxnSp>
            <p:nvCxnSpPr>
              <p:cNvPr id="11" name="Straight Arrow Connector 111">
                <a:extLst>
                  <a:ext uri="{FF2B5EF4-FFF2-40B4-BE49-F238E27FC236}">
                    <a16:creationId xmlns:a16="http://schemas.microsoft.com/office/drawing/2014/main" id="{7EDAD81B-2CB0-F886-2A99-4EC462C843B1}"/>
                  </a:ext>
                </a:extLst>
              </p:cNvPr>
              <p:cNvCxnSpPr>
                <a:cxnSpLocks/>
                <a:stCxn id="10" idx="2"/>
                <a:endCxn id="47" idx="0"/>
              </p:cNvCxnSpPr>
              <p:nvPr/>
            </p:nvCxnSpPr>
            <p:spPr>
              <a:xfrm flipH="1">
                <a:off x="4647880" y="5244892"/>
                <a:ext cx="3294206" cy="459359"/>
              </a:xfrm>
              <a:prstGeom prst="straightConnector1">
                <a:avLst/>
              </a:prstGeom>
              <a:ln w="19050">
                <a:solidFill>
                  <a:srgbClr val="0070F2"/>
                </a:solidFill>
                <a:headEnd w="sm" len="sm"/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E7C6ED-9692-F6A8-91D2-112CC6B9D10D}"/>
                  </a:ext>
                </a:extLst>
              </p:cNvPr>
              <p:cNvSpPr txBox="1"/>
              <p:nvPr/>
            </p:nvSpPr>
            <p:spPr>
              <a:xfrm>
                <a:off x="7089987" y="1247239"/>
                <a:ext cx="17007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r>
                  <a:rPr lang="en-US" sz="1328" b="1" kern="0" dirty="0">
                    <a:ea typeface="Arial Unicode MS" pitchFamily="34" charset="-128"/>
                    <a:cs typeface="Arial Unicode MS" pitchFamily="34" charset="-128"/>
                  </a:rPr>
                  <a:t>Invictus Live Events</a:t>
                </a:r>
                <a:endParaRPr lang="en-US" sz="1328" b="1" kern="0" baseline="30000" dirty="0">
                  <a:ea typeface="Arial Unicode MS" pitchFamily="34" charset="-128"/>
                  <a:cs typeface="Arial Unicode MS" pitchFamily="34" charset="-128"/>
                </a:endParaRPr>
              </a:p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</a:pPr>
                <a:endParaRPr lang="en-US" sz="1328" b="1" kern="0" dirty="0">
                  <a:ea typeface="Arial Unicode MS" pitchFamily="34" charset="-128"/>
                  <a:cs typeface="Arial Unicode MS" pitchFamily="34" charset="-128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6FE6298-7985-2C9C-B5AE-528919B6E0CF}"/>
                  </a:ext>
                </a:extLst>
              </p:cNvPr>
              <p:cNvGrpSpPr/>
              <p:nvPr/>
            </p:nvGrpSpPr>
            <p:grpSpPr>
              <a:xfrm>
                <a:off x="7220370" y="2532733"/>
                <a:ext cx="1440000" cy="472093"/>
                <a:chOff x="2758285" y="2629595"/>
                <a:chExt cx="1476805" cy="472093"/>
              </a:xfrm>
            </p:grpSpPr>
            <p:sp>
              <p:nvSpPr>
                <p:cNvPr id="18" name="Rounded Rectangle 4">
                  <a:extLst>
                    <a:ext uri="{FF2B5EF4-FFF2-40B4-BE49-F238E27FC236}">
                      <a16:creationId xmlns:a16="http://schemas.microsoft.com/office/drawing/2014/main" id="{8702CE49-6FAE-7B58-3753-CAF5F065FF92}"/>
                    </a:ext>
                  </a:extLst>
                </p:cNvPr>
                <p:cNvSpPr/>
                <p:nvPr/>
              </p:nvSpPr>
              <p:spPr>
                <a:xfrm>
                  <a:off x="2758285" y="2629595"/>
                  <a:ext cx="1476805" cy="472093"/>
                </a:xfrm>
                <a:prstGeom prst="roundRect">
                  <a:avLst>
                    <a:gd name="adj" fmla="val 4549"/>
                  </a:avLst>
                </a:prstGeom>
                <a:solidFill>
                  <a:schemeClr val="bg1"/>
                </a:solidFill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n-US" sz="1107" kern="0" dirty="0">
                      <a:solidFill>
                        <a:prstClr val="black"/>
                      </a:solidFill>
                      <a:latin typeface="72" panose="020B0503030000000003" pitchFamily="34" charset="0"/>
                      <a:cs typeface="72" panose="020B0503030000000003" pitchFamily="34" charset="0"/>
                    </a:rPr>
                    <a:t>Cloud Identity Service</a:t>
                  </a:r>
                </a:p>
              </p:txBody>
            </p:sp>
            <p:pic>
              <p:nvPicPr>
                <p:cNvPr id="19" name="Graphic 18">
                  <a:extLst>
                    <a:ext uri="{FF2B5EF4-FFF2-40B4-BE49-F238E27FC236}">
                      <a16:creationId xmlns:a16="http://schemas.microsoft.com/office/drawing/2014/main" id="{62F521D3-76EC-E2A7-B147-CF36657F67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screen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8560" y="2852165"/>
                  <a:ext cx="203294" cy="216000"/>
                </a:xfrm>
                <a:prstGeom prst="rect">
                  <a:avLst/>
                </a:prstGeom>
              </p:spPr>
            </p:pic>
          </p:grp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F6D6AE9-5FF3-3AC7-B9EA-FEF716411152}"/>
                  </a:ext>
                </a:extLst>
              </p:cNvPr>
              <p:cNvCxnSpPr>
                <a:cxnSpLocks/>
                <a:stCxn id="10" idx="0"/>
                <a:endCxn id="18" idx="2"/>
              </p:cNvCxnSpPr>
              <p:nvPr/>
            </p:nvCxnSpPr>
            <p:spPr>
              <a:xfrm flipH="1" flipV="1">
                <a:off x="7940370" y="3004826"/>
                <a:ext cx="1716" cy="1736066"/>
              </a:xfrm>
              <a:prstGeom prst="straightConnector1">
                <a:avLst/>
              </a:prstGeom>
              <a:ln w="19050">
                <a:solidFill>
                  <a:schemeClr val="accent5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6138469-C2BC-80B2-91CF-6DFE54EA6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093844" y="2031076"/>
              <a:ext cx="996303" cy="96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294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6DC4562A-10FC-44BE-A1E5-1B888E869E2A}"/>
              </a:ext>
            </a:extLst>
          </p:cNvPr>
          <p:cNvGrpSpPr/>
          <p:nvPr/>
        </p:nvGrpSpPr>
        <p:grpSpPr>
          <a:xfrm>
            <a:off x="551088" y="791736"/>
            <a:ext cx="5034264" cy="7170235"/>
            <a:chOff x="551088" y="791736"/>
            <a:chExt cx="5034264" cy="71702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C97AC78-D890-6CC3-BC00-1B531200055E}"/>
                </a:ext>
              </a:extLst>
            </p:cNvPr>
            <p:cNvSpPr txBox="1"/>
            <p:nvPr/>
          </p:nvSpPr>
          <p:spPr>
            <a:xfrm>
              <a:off x="551088" y="791736"/>
              <a:ext cx="5034264" cy="71702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36000" tIns="36000" rIns="36000" bIns="36000" rtlCol="0" anchor="b">
              <a:noAutofit/>
            </a:bodyPr>
            <a:lstStyle/>
            <a:p>
              <a:pPr algn="r" fontAlgn="base"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</a:pPr>
              <a:endParaRPr lang="de-DE" sz="1300" kern="0" dirty="0">
                <a:latin typeface="72 Brand Medium" panose="020B0604030603020204" pitchFamily="34" charset="0"/>
                <a:ea typeface="Arial Unicode MS" pitchFamily="34" charset="-128"/>
                <a:cs typeface="72" panose="020B0503030000000003" pitchFamily="34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678EC20-3D6B-3E56-C210-7B9E53408204}"/>
                </a:ext>
              </a:extLst>
            </p:cNvPr>
            <p:cNvSpPr txBox="1"/>
            <p:nvPr/>
          </p:nvSpPr>
          <p:spPr>
            <a:xfrm>
              <a:off x="1752376" y="791737"/>
              <a:ext cx="263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72 Brand Book" panose="020B0404030603020204" pitchFamily="34" charset="0"/>
                </a:rPr>
                <a:t>RAP Behavior Definition</a:t>
              </a:r>
              <a:endParaRPr lang="en-DE" dirty="0">
                <a:latin typeface="72 Brand Book" panose="020B0404030603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FD35B4-DF0A-4EAC-5D96-C408BB03D9B9}"/>
                </a:ext>
              </a:extLst>
            </p:cNvPr>
            <p:cNvSpPr/>
            <p:nvPr/>
          </p:nvSpPr>
          <p:spPr>
            <a:xfrm>
              <a:off x="699756" y="1605770"/>
              <a:ext cx="4736928" cy="692497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E809ED-A94E-5650-E283-AE18BBF9A990}"/>
                </a:ext>
              </a:extLst>
            </p:cNvPr>
            <p:cNvSpPr txBox="1"/>
            <p:nvPr/>
          </p:nvSpPr>
          <p:spPr>
            <a:xfrm>
              <a:off x="715315" y="1605770"/>
              <a:ext cx="4482790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managed implementation in class</a:t>
              </a:r>
            </a:p>
            <a:p>
              <a:r>
                <a:rPr lang="en-US" sz="1300" dirty="0"/>
                <a:t>class_name </a:t>
              </a:r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unique;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with draft;</a:t>
              </a:r>
              <a:endParaRPr lang="en-DE" sz="1300" dirty="0">
                <a:solidFill>
                  <a:schemeClr val="accent5">
                    <a:lumMod val="75000"/>
                  </a:schemeClr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0138DD1-A6ED-50DB-4430-6331F2E1E2D7}"/>
                </a:ext>
              </a:extLst>
            </p:cNvPr>
            <p:cNvSpPr/>
            <p:nvPr/>
          </p:nvSpPr>
          <p:spPr>
            <a:xfrm>
              <a:off x="699756" y="2594516"/>
              <a:ext cx="4736928" cy="31582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4F86F4-EA4E-7A07-4A60-59B18AB82E20}"/>
                </a:ext>
              </a:extLst>
            </p:cNvPr>
            <p:cNvSpPr txBox="1"/>
            <p:nvPr/>
          </p:nvSpPr>
          <p:spPr>
            <a:xfrm>
              <a:off x="715315" y="2605671"/>
              <a:ext cx="448279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define behavior for </a:t>
              </a:r>
              <a:r>
                <a:rPr lang="en-US" sz="1300" dirty="0"/>
                <a:t>RootNode alias…</a:t>
              </a:r>
              <a:endParaRPr lang="en-DE" sz="13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F0271AB-66B5-4F30-D254-B39F244F6780}"/>
                </a:ext>
              </a:extLst>
            </p:cNvPr>
            <p:cNvSpPr/>
            <p:nvPr/>
          </p:nvSpPr>
          <p:spPr>
            <a:xfrm>
              <a:off x="826825" y="3176840"/>
              <a:ext cx="4482790" cy="7049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B04BAE-8425-8F90-531C-DD3D12B19301}"/>
                </a:ext>
              </a:extLst>
            </p:cNvPr>
            <p:cNvSpPr txBox="1"/>
            <p:nvPr/>
          </p:nvSpPr>
          <p:spPr>
            <a:xfrm>
              <a:off x="832401" y="3189252"/>
              <a:ext cx="4360128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persist table </a:t>
              </a:r>
              <a:r>
                <a:rPr lang="en-US" sz="1300" dirty="0"/>
                <a:t>TableName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lock master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authorization master (instance, global)</a:t>
              </a:r>
              <a:endParaRPr lang="en-DE" sz="1300" dirty="0">
                <a:solidFill>
                  <a:schemeClr val="accent5">
                    <a:lumMod val="75000"/>
                  </a:schemeClr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3CCB29B-E41E-36DE-48C5-AEE5BDB9FBF8}"/>
                </a:ext>
              </a:extLst>
            </p:cNvPr>
            <p:cNvSpPr/>
            <p:nvPr/>
          </p:nvSpPr>
          <p:spPr>
            <a:xfrm>
              <a:off x="826825" y="4232483"/>
              <a:ext cx="4482790" cy="1356214"/>
            </a:xfrm>
            <a:prstGeom prst="rect">
              <a:avLst/>
            </a:prstGeom>
            <a:solidFill>
              <a:srgbClr val="D1E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0585FCA-6156-E338-0763-B363B46F84C2}"/>
                </a:ext>
              </a:extLst>
            </p:cNvPr>
            <p:cNvSpPr txBox="1"/>
            <p:nvPr/>
          </p:nvSpPr>
          <p:spPr>
            <a:xfrm>
              <a:off x="832401" y="4244897"/>
              <a:ext cx="4360128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{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  create;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  update;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  delete;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  field (features:instance) </a:t>
              </a:r>
              <a:r>
                <a:rPr lang="en-US" sz="1300" dirty="0"/>
                <a:t>DataField</a:t>
              </a:r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;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}</a:t>
              </a:r>
              <a:endParaRPr lang="en-DE" sz="1300" dirty="0">
                <a:solidFill>
                  <a:schemeClr val="accent5">
                    <a:lumMod val="75000"/>
                  </a:schemeClr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585110A-9E33-FBE9-7B91-097553EB002B}"/>
                </a:ext>
              </a:extLst>
            </p:cNvPr>
            <p:cNvSpPr/>
            <p:nvPr/>
          </p:nvSpPr>
          <p:spPr>
            <a:xfrm>
              <a:off x="699756" y="5858106"/>
              <a:ext cx="4736928" cy="111140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9102BA-7BED-E4AE-B3DD-C3E473518C4E}"/>
                </a:ext>
              </a:extLst>
            </p:cNvPr>
            <p:cNvSpPr txBox="1"/>
            <p:nvPr/>
          </p:nvSpPr>
          <p:spPr>
            <a:xfrm>
              <a:off x="715315" y="5869261"/>
              <a:ext cx="448279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define behavior for </a:t>
              </a:r>
              <a:r>
                <a:rPr lang="en-US" sz="1300" dirty="0"/>
                <a:t>ChildNode1</a:t>
              </a:r>
              <a:endParaRPr lang="en-DE" sz="13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1C0C8F-3E29-D4A5-5235-303C3D1CB7E9}"/>
                </a:ext>
              </a:extLst>
            </p:cNvPr>
            <p:cNvSpPr/>
            <p:nvPr/>
          </p:nvSpPr>
          <p:spPr>
            <a:xfrm>
              <a:off x="826825" y="6161650"/>
              <a:ext cx="4482790" cy="292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6819BAD-6D1D-D2F0-990B-56606C46D8C8}"/>
                </a:ext>
              </a:extLst>
            </p:cNvPr>
            <p:cNvSpPr txBox="1"/>
            <p:nvPr/>
          </p:nvSpPr>
          <p:spPr>
            <a:xfrm>
              <a:off x="821250" y="6174062"/>
              <a:ext cx="43601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entity behavior characteristics</a:t>
              </a:r>
              <a:endParaRPr lang="en-DE" sz="13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5301A71-5450-1E05-A8A3-A6706611C5E6}"/>
                </a:ext>
              </a:extLst>
            </p:cNvPr>
            <p:cNvSpPr/>
            <p:nvPr/>
          </p:nvSpPr>
          <p:spPr>
            <a:xfrm>
              <a:off x="826825" y="6559368"/>
              <a:ext cx="4482790" cy="304802"/>
            </a:xfrm>
            <a:prstGeom prst="rect">
              <a:avLst/>
            </a:prstGeom>
            <a:solidFill>
              <a:srgbClr val="D1E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9A3BFE5-922B-1FF5-A065-136C8716E563}"/>
                </a:ext>
              </a:extLst>
            </p:cNvPr>
            <p:cNvSpPr txBox="1"/>
            <p:nvPr/>
          </p:nvSpPr>
          <p:spPr>
            <a:xfrm>
              <a:off x="821250" y="6571782"/>
              <a:ext cx="43601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{</a:t>
              </a:r>
              <a:r>
                <a:rPr lang="en-US" sz="1300" dirty="0"/>
                <a:t>entity behavior body</a:t>
              </a:r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}</a:t>
              </a:r>
              <a:endParaRPr lang="en-DE" sz="1300" dirty="0">
                <a:solidFill>
                  <a:schemeClr val="accent5">
                    <a:lumMod val="75000"/>
                  </a:schemeClr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4F6EA25-8E18-277A-538F-71EFBC71A7E8}"/>
                </a:ext>
              </a:extLst>
            </p:cNvPr>
            <p:cNvSpPr/>
            <p:nvPr/>
          </p:nvSpPr>
          <p:spPr>
            <a:xfrm>
              <a:off x="699756" y="7337490"/>
              <a:ext cx="4736928" cy="50360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A22CE3-E18C-1137-4B2B-5F80927E1769}"/>
                </a:ext>
              </a:extLst>
            </p:cNvPr>
            <p:cNvSpPr txBox="1"/>
            <p:nvPr/>
          </p:nvSpPr>
          <p:spPr>
            <a:xfrm>
              <a:off x="715315" y="7348653"/>
              <a:ext cx="448279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define  authorization context</a:t>
              </a:r>
            </a:p>
            <a:p>
              <a:r>
                <a:rPr lang="en-US" sz="1300" dirty="0">
                  <a:solidFill>
                    <a:schemeClr val="accent5">
                      <a:lumMod val="75000"/>
                    </a:schemeClr>
                  </a:solidFill>
                  <a:latin typeface="72 Brand Medium" panose="020B0604030603020204" pitchFamily="34" charset="0"/>
                </a:rPr>
                <a:t>by privileged mode;</a:t>
              </a:r>
              <a:endParaRPr lang="en-DE" sz="1300" dirty="0">
                <a:solidFill>
                  <a:schemeClr val="accent5">
                    <a:lumMod val="75000"/>
                  </a:schemeClr>
                </a:solidFill>
                <a:latin typeface="72 Brand Medium" panose="020B0604030603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D30D17-0981-21C4-DE86-D42DCA330726}"/>
                </a:ext>
              </a:extLst>
            </p:cNvPr>
            <p:cNvSpPr txBox="1"/>
            <p:nvPr/>
          </p:nvSpPr>
          <p:spPr>
            <a:xfrm>
              <a:off x="599255" y="1333028"/>
              <a:ext cx="256478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RAP Behavior Definition Header</a:t>
              </a:r>
              <a:endParaRPr lang="en-DE" sz="13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B472707-3603-09ED-0A1C-7E9EBFB98310}"/>
                </a:ext>
              </a:extLst>
            </p:cNvPr>
            <p:cNvSpPr txBox="1"/>
            <p:nvPr/>
          </p:nvSpPr>
          <p:spPr>
            <a:xfrm>
              <a:off x="599255" y="2295921"/>
              <a:ext cx="256478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Entity Behavior Definition</a:t>
              </a:r>
              <a:endParaRPr lang="en-DE" sz="13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98592D2-0FDE-60A8-4BF3-688C87BD0707}"/>
                </a:ext>
              </a:extLst>
            </p:cNvPr>
            <p:cNvSpPr txBox="1"/>
            <p:nvPr/>
          </p:nvSpPr>
          <p:spPr>
            <a:xfrm>
              <a:off x="738785" y="2905500"/>
              <a:ext cx="2564781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Entity Behavior Characteristics</a:t>
              </a:r>
              <a:endParaRPr lang="en-DE" sz="13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17EA64B-F362-A42A-A0C3-F0F677313883}"/>
                </a:ext>
              </a:extLst>
            </p:cNvPr>
            <p:cNvSpPr txBox="1"/>
            <p:nvPr/>
          </p:nvSpPr>
          <p:spPr>
            <a:xfrm>
              <a:off x="738785" y="3940094"/>
              <a:ext cx="2564781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Entity Behavior Body</a:t>
              </a:r>
              <a:endParaRPr lang="en-DE" sz="13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3BC99A1-7227-8665-B616-A6600E43F522}"/>
                </a:ext>
              </a:extLst>
            </p:cNvPr>
            <p:cNvSpPr txBox="1"/>
            <p:nvPr/>
          </p:nvSpPr>
          <p:spPr>
            <a:xfrm>
              <a:off x="636271" y="7062430"/>
              <a:ext cx="2564781" cy="2923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Authorization Context</a:t>
              </a:r>
              <a:endParaRPr lang="en-DE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45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381F7-6C06-5BF9-076B-F780330B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1BFD3509-21B8-5C37-3405-FC3A3004ABAD}"/>
              </a:ext>
            </a:extLst>
          </p:cNvPr>
          <p:cNvGrpSpPr/>
          <p:nvPr/>
        </p:nvGrpSpPr>
        <p:grpSpPr>
          <a:xfrm>
            <a:off x="680224" y="1962615"/>
            <a:ext cx="9077093" cy="3691053"/>
            <a:chOff x="680224" y="1962615"/>
            <a:chExt cx="9077093" cy="36910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B724B42-043D-98F3-3B9A-FE55689DC124}"/>
                </a:ext>
              </a:extLst>
            </p:cNvPr>
            <p:cNvSpPr/>
            <p:nvPr/>
          </p:nvSpPr>
          <p:spPr>
            <a:xfrm>
              <a:off x="680224" y="1962615"/>
              <a:ext cx="9077093" cy="36910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2EE17A-6473-4056-04CD-8AA492B9E941}"/>
                </a:ext>
              </a:extLst>
            </p:cNvPr>
            <p:cNvSpPr/>
            <p:nvPr/>
          </p:nvSpPr>
          <p:spPr>
            <a:xfrm>
              <a:off x="776871" y="2074127"/>
              <a:ext cx="2665142" cy="579863"/>
            </a:xfrm>
            <a:prstGeom prst="rect">
              <a:avLst/>
            </a:prstGeom>
            <a:solidFill>
              <a:srgbClr val="D1E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Business Service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C50A12D-C4A2-7A1E-D79A-22209FA116C4}"/>
                </a:ext>
              </a:extLst>
            </p:cNvPr>
            <p:cNvSpPr/>
            <p:nvPr/>
          </p:nvSpPr>
          <p:spPr>
            <a:xfrm>
              <a:off x="776871" y="304428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CDS Projection View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957F80B-70C6-288E-C9D0-02BE566CE98A}"/>
                </a:ext>
              </a:extLst>
            </p:cNvPr>
            <p:cNvSpPr/>
            <p:nvPr/>
          </p:nvSpPr>
          <p:spPr>
            <a:xfrm>
              <a:off x="3884342" y="304428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RAP Projection BDEF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387A95F-8385-D75E-BCEB-821706180E95}"/>
                </a:ext>
              </a:extLst>
            </p:cNvPr>
            <p:cNvSpPr/>
            <p:nvPr/>
          </p:nvSpPr>
          <p:spPr>
            <a:xfrm>
              <a:off x="6991813" y="304428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ABAP Behavior Pool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5F7EA25-8417-75A9-0183-C815CBF78C16}"/>
                </a:ext>
              </a:extLst>
            </p:cNvPr>
            <p:cNvSpPr/>
            <p:nvPr/>
          </p:nvSpPr>
          <p:spPr>
            <a:xfrm>
              <a:off x="776871" y="4007007"/>
              <a:ext cx="2665142" cy="579863"/>
            </a:xfrm>
            <a:prstGeom prst="rect">
              <a:avLst/>
            </a:prstGeom>
            <a:solidFill>
              <a:srgbClr val="1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CDS View Entity</a:t>
              </a:r>
              <a:endParaRPr lang="en-DE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6A5F40F-5774-31F9-14E7-417AD0270A05}"/>
                </a:ext>
              </a:extLst>
            </p:cNvPr>
            <p:cNvSpPr/>
            <p:nvPr/>
          </p:nvSpPr>
          <p:spPr>
            <a:xfrm>
              <a:off x="3884342" y="4007006"/>
              <a:ext cx="2665142" cy="579863"/>
            </a:xfrm>
            <a:prstGeom prst="rect">
              <a:avLst/>
            </a:prstGeom>
            <a:solidFill>
              <a:srgbClr val="1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RAP Behavior Definition</a:t>
              </a:r>
              <a:endParaRPr lang="en-DE" dirty="0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1591036-6F20-F6FA-FD3D-8A2A2EA88903}"/>
                </a:ext>
              </a:extLst>
            </p:cNvPr>
            <p:cNvSpPr/>
            <p:nvPr/>
          </p:nvSpPr>
          <p:spPr>
            <a:xfrm>
              <a:off x="6991813" y="4007005"/>
              <a:ext cx="2665142" cy="579863"/>
            </a:xfrm>
            <a:prstGeom prst="rect">
              <a:avLst/>
            </a:prstGeom>
            <a:solidFill>
              <a:srgbClr val="1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ABAP Behavior Pool</a:t>
              </a:r>
              <a:endParaRPr lang="en-DE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25CB002-CB91-AA31-1C82-44EB4551A8A1}"/>
                </a:ext>
              </a:extLst>
            </p:cNvPr>
            <p:cNvSpPr/>
            <p:nvPr/>
          </p:nvSpPr>
          <p:spPr>
            <a:xfrm>
              <a:off x="776871" y="4973447"/>
              <a:ext cx="2665142" cy="5798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Database Tables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D9D38A-5656-EBE1-7AD6-F7A9EB093ADE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2109442" y="2653990"/>
              <a:ext cx="0" cy="39029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2B93EF-5220-E153-D01C-DE9045318751}"/>
                </a:ext>
              </a:extLst>
            </p:cNvPr>
            <p:cNvCxnSpPr>
              <a:cxnSpLocks/>
            </p:cNvCxnSpPr>
            <p:nvPr/>
          </p:nvCxnSpPr>
          <p:spPr>
            <a:xfrm>
              <a:off x="3442013" y="3334218"/>
              <a:ext cx="442329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A934130-B038-6EEB-D57C-E930D6743C5C}"/>
                </a:ext>
              </a:extLst>
            </p:cNvPr>
            <p:cNvCxnSpPr>
              <a:cxnSpLocks/>
            </p:cNvCxnSpPr>
            <p:nvPr/>
          </p:nvCxnSpPr>
          <p:spPr>
            <a:xfrm>
              <a:off x="6549484" y="3334217"/>
              <a:ext cx="44232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8458884-17CF-87FA-2FEE-BB287F8D0DF6}"/>
                </a:ext>
              </a:extLst>
            </p:cNvPr>
            <p:cNvCxnSpPr>
              <a:stCxn id="18" idx="3"/>
            </p:cNvCxnSpPr>
            <p:nvPr/>
          </p:nvCxnSpPr>
          <p:spPr>
            <a:xfrm>
              <a:off x="3442013" y="4296939"/>
              <a:ext cx="442329" cy="74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DD78A82-6964-E27F-093F-79331B2EC663}"/>
                </a:ext>
              </a:extLst>
            </p:cNvPr>
            <p:cNvCxnSpPr>
              <a:cxnSpLocks/>
              <a:stCxn id="19" idx="3"/>
              <a:endCxn id="20" idx="1"/>
            </p:cNvCxnSpPr>
            <p:nvPr/>
          </p:nvCxnSpPr>
          <p:spPr>
            <a:xfrm flipV="1">
              <a:off x="6549484" y="4296937"/>
              <a:ext cx="442329" cy="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8EA439AE-1D77-FF20-1AE9-B8B3B42EEA62}"/>
                </a:ext>
              </a:extLst>
            </p:cNvPr>
            <p:cNvCxnSpPr>
              <a:stCxn id="19" idx="0"/>
              <a:endCxn id="16" idx="2"/>
            </p:cNvCxnSpPr>
            <p:nvPr/>
          </p:nvCxnSpPr>
          <p:spPr>
            <a:xfrm flipV="1">
              <a:off x="5216913" y="3624149"/>
              <a:ext cx="0" cy="38285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BB8188EA-0FE5-A355-E495-0E4E53A0F888}"/>
                </a:ext>
              </a:extLst>
            </p:cNvPr>
            <p:cNvCxnSpPr>
              <a:endCxn id="15" idx="2"/>
            </p:cNvCxnSpPr>
            <p:nvPr/>
          </p:nvCxnSpPr>
          <p:spPr>
            <a:xfrm flipV="1">
              <a:off x="2109442" y="3624149"/>
              <a:ext cx="0" cy="3828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24B8764-982B-7526-1C34-118DA7D20C39}"/>
                </a:ext>
              </a:extLst>
            </p:cNvPr>
            <p:cNvCxnSpPr>
              <a:stCxn id="21" idx="0"/>
              <a:endCxn id="18" idx="2"/>
            </p:cNvCxnSpPr>
            <p:nvPr/>
          </p:nvCxnSpPr>
          <p:spPr>
            <a:xfrm flipV="1">
              <a:off x="2109442" y="4586870"/>
              <a:ext cx="0" cy="3865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9869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01F5E-A26A-023F-BE17-EF7EE907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683CD1A-9598-DB89-2744-4D555BE3B6EC}"/>
              </a:ext>
            </a:extLst>
          </p:cNvPr>
          <p:cNvGrpSpPr/>
          <p:nvPr/>
        </p:nvGrpSpPr>
        <p:grpSpPr>
          <a:xfrm>
            <a:off x="2014344" y="2787805"/>
            <a:ext cx="9471412" cy="2297151"/>
            <a:chOff x="2014344" y="2787805"/>
            <a:chExt cx="9471412" cy="229715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E9807B-6EAC-ED85-20EA-534B865FA0B1}"/>
                </a:ext>
              </a:extLst>
            </p:cNvPr>
            <p:cNvSpPr/>
            <p:nvPr/>
          </p:nvSpPr>
          <p:spPr>
            <a:xfrm>
              <a:off x="2014344" y="2787805"/>
              <a:ext cx="9471412" cy="22971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8FF499-D219-D240-4055-713C8D2552A5}"/>
                </a:ext>
              </a:extLst>
            </p:cNvPr>
            <p:cNvSpPr/>
            <p:nvPr/>
          </p:nvSpPr>
          <p:spPr>
            <a:xfrm>
              <a:off x="5417479" y="291855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CDS Projection View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0858C46-B72E-3FB5-AB69-73DD65A81357}"/>
                </a:ext>
              </a:extLst>
            </p:cNvPr>
            <p:cNvSpPr/>
            <p:nvPr/>
          </p:nvSpPr>
          <p:spPr>
            <a:xfrm>
              <a:off x="2198029" y="437397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Transactional Query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E40B0E9-5DF0-9975-1B69-64AACE1CF7AA}"/>
                </a:ext>
              </a:extLst>
            </p:cNvPr>
            <p:cNvSpPr/>
            <p:nvPr/>
          </p:nvSpPr>
          <p:spPr>
            <a:xfrm>
              <a:off x="5417479" y="437397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Transactional Interface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4D39C8-6090-7E72-41D5-5897BB22CC6C}"/>
                </a:ext>
              </a:extLst>
            </p:cNvPr>
            <p:cNvSpPr/>
            <p:nvPr/>
          </p:nvSpPr>
          <p:spPr>
            <a:xfrm>
              <a:off x="8636929" y="4373976"/>
              <a:ext cx="2665142" cy="579863"/>
            </a:xfrm>
            <a:prstGeom prst="rect">
              <a:avLst/>
            </a:prstGeom>
            <a:solidFill>
              <a:srgbClr val="89D1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Analytical Query</a:t>
              </a:r>
              <a:endParaRPr lang="en-DE" dirty="0">
                <a:solidFill>
                  <a:schemeClr val="tx1"/>
                </a:solidFill>
              </a:endParaRPr>
            </a:p>
          </p:txBody>
        </p: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A156BCDA-36A4-114C-2566-89017100DC66}"/>
                </a:ext>
              </a:extLst>
            </p:cNvPr>
            <p:cNvCxnSpPr>
              <a:stCxn id="2" idx="0"/>
              <a:endCxn id="4" idx="0"/>
            </p:cNvCxnSpPr>
            <p:nvPr/>
          </p:nvCxnSpPr>
          <p:spPr>
            <a:xfrm rot="5400000" flipH="1" flipV="1">
              <a:off x="6750050" y="1154526"/>
              <a:ext cx="12700" cy="6438900"/>
            </a:xfrm>
            <a:prstGeom prst="bentConnector3">
              <a:avLst>
                <a:gd name="adj1" fmla="val 3643898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120F30C-2812-0E2D-34AC-D981003754DB}"/>
                </a:ext>
              </a:extLst>
            </p:cNvPr>
            <p:cNvCxnSpPr>
              <a:stCxn id="15" idx="2"/>
              <a:endCxn id="3" idx="0"/>
            </p:cNvCxnSpPr>
            <p:nvPr/>
          </p:nvCxnSpPr>
          <p:spPr>
            <a:xfrm>
              <a:off x="6750050" y="3498419"/>
              <a:ext cx="0" cy="87555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954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E73A-1F26-4117-9EA8-F700F94F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C1E03AC-770E-B777-DB70-E9D99F734FB3}"/>
              </a:ext>
            </a:extLst>
          </p:cNvPr>
          <p:cNvSpPr/>
          <p:nvPr/>
        </p:nvSpPr>
        <p:spPr>
          <a:xfrm>
            <a:off x="2241393" y="936702"/>
            <a:ext cx="9768470" cy="4861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5508B7-FFF8-DD6B-DB1D-52051AFBDB76}"/>
              </a:ext>
            </a:extLst>
          </p:cNvPr>
          <p:cNvSpPr/>
          <p:nvPr/>
        </p:nvSpPr>
        <p:spPr>
          <a:xfrm>
            <a:off x="2676293" y="1092820"/>
            <a:ext cx="2899317" cy="2966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6C340-8206-F890-2431-00B082CEB0C8}"/>
              </a:ext>
            </a:extLst>
          </p:cNvPr>
          <p:cNvSpPr/>
          <p:nvPr/>
        </p:nvSpPr>
        <p:spPr>
          <a:xfrm>
            <a:off x="6430537" y="1092820"/>
            <a:ext cx="5389756" cy="2966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10DC2F-E45D-7FEA-B0EC-C7E41AE55755}"/>
              </a:ext>
            </a:extLst>
          </p:cNvPr>
          <p:cNvSpPr/>
          <p:nvPr/>
        </p:nvSpPr>
        <p:spPr>
          <a:xfrm>
            <a:off x="4851707" y="4420071"/>
            <a:ext cx="2254251" cy="12447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3CC5C-77D2-07F8-430B-3AE12ABE0E79}"/>
              </a:ext>
            </a:extLst>
          </p:cNvPr>
          <p:cNvSpPr txBox="1"/>
          <p:nvPr/>
        </p:nvSpPr>
        <p:spPr>
          <a:xfrm>
            <a:off x="2676293" y="1092820"/>
            <a:ext cx="289931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Global Account for Development</a:t>
            </a:r>
            <a:endParaRPr lang="en-DE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A354BC-9429-D7A6-979D-6798032B8C1D}"/>
              </a:ext>
            </a:extLst>
          </p:cNvPr>
          <p:cNvSpPr txBox="1"/>
          <p:nvPr/>
        </p:nvSpPr>
        <p:spPr>
          <a:xfrm>
            <a:off x="6430537" y="1092820"/>
            <a:ext cx="289931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Global Account for Production</a:t>
            </a:r>
            <a:endParaRPr lang="en-DE" sz="1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2075BF-A2BC-DD00-CF20-4526A5E9A410}"/>
              </a:ext>
            </a:extLst>
          </p:cNvPr>
          <p:cNvSpPr/>
          <p:nvPr/>
        </p:nvSpPr>
        <p:spPr>
          <a:xfrm>
            <a:off x="2804532" y="1385208"/>
            <a:ext cx="2642839" cy="2562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77A5A-D766-19F1-4F38-7164718FFFBE}"/>
              </a:ext>
            </a:extLst>
          </p:cNvPr>
          <p:cNvSpPr txBox="1"/>
          <p:nvPr/>
        </p:nvSpPr>
        <p:spPr>
          <a:xfrm>
            <a:off x="2798956" y="1401304"/>
            <a:ext cx="1747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03 Build/Assemble</a:t>
            </a:r>
            <a:endParaRPr lang="en-DE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EDD1E0-2344-1B50-4DFB-4FE68FC80E3A}"/>
              </a:ext>
            </a:extLst>
          </p:cNvPr>
          <p:cNvSpPr/>
          <p:nvPr/>
        </p:nvSpPr>
        <p:spPr>
          <a:xfrm>
            <a:off x="6571787" y="1385208"/>
            <a:ext cx="5103540" cy="2562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951C40-8854-E08B-C118-D47079D627CB}"/>
              </a:ext>
            </a:extLst>
          </p:cNvPr>
          <p:cNvSpPr txBox="1"/>
          <p:nvPr/>
        </p:nvSpPr>
        <p:spPr>
          <a:xfrm>
            <a:off x="6579222" y="1401304"/>
            <a:ext cx="1747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05 Provide</a:t>
            </a:r>
            <a:endParaRPr lang="en-DE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BB06F9-46CA-21D8-F9EC-235FC43BE6C7}"/>
              </a:ext>
            </a:extLst>
          </p:cNvPr>
          <p:cNvSpPr/>
          <p:nvPr/>
        </p:nvSpPr>
        <p:spPr>
          <a:xfrm>
            <a:off x="3196683" y="2209169"/>
            <a:ext cx="1858537" cy="11250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B1FE4B-6310-B7F9-F353-BB9152E66CEE}"/>
              </a:ext>
            </a:extLst>
          </p:cNvPr>
          <p:cNvSpPr txBox="1"/>
          <p:nvPr/>
        </p:nvSpPr>
        <p:spPr>
          <a:xfrm>
            <a:off x="3196683" y="2204159"/>
            <a:ext cx="51667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BLD</a:t>
            </a:r>
            <a:endParaRPr lang="en-DE" sz="13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BEE5E5-199D-FCD1-CD19-6B7057093F3D}"/>
              </a:ext>
            </a:extLst>
          </p:cNvPr>
          <p:cNvSpPr/>
          <p:nvPr/>
        </p:nvSpPr>
        <p:spPr>
          <a:xfrm>
            <a:off x="3489402" y="2498470"/>
            <a:ext cx="1273098" cy="546443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Software Component</a:t>
            </a:r>
            <a:endParaRPr lang="en-DE" sz="13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D8215E-3B28-279E-99AA-D724B7F2912C}"/>
              </a:ext>
            </a:extLst>
          </p:cNvPr>
          <p:cNvSpPr/>
          <p:nvPr/>
        </p:nvSpPr>
        <p:spPr>
          <a:xfrm>
            <a:off x="6724031" y="1794036"/>
            <a:ext cx="1858537" cy="1540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F662F7-F0B3-4760-D1F2-5DBE2218F3A8}"/>
              </a:ext>
            </a:extLst>
          </p:cNvPr>
          <p:cNvSpPr txBox="1"/>
          <p:nvPr/>
        </p:nvSpPr>
        <p:spPr>
          <a:xfrm>
            <a:off x="6724031" y="1789026"/>
            <a:ext cx="18585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AMT via ABAP Solution</a:t>
            </a:r>
            <a:endParaRPr lang="en-DE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3E0800-3680-D4A5-C266-539B36BDFE4C}"/>
              </a:ext>
            </a:extLst>
          </p:cNvPr>
          <p:cNvSpPr/>
          <p:nvPr/>
        </p:nvSpPr>
        <p:spPr>
          <a:xfrm>
            <a:off x="6833685" y="2204159"/>
            <a:ext cx="1639229" cy="10073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E7FED1-7FFB-9867-9BFC-124F74451222}"/>
              </a:ext>
            </a:extLst>
          </p:cNvPr>
          <p:cNvSpPr/>
          <p:nvPr/>
        </p:nvSpPr>
        <p:spPr>
          <a:xfrm>
            <a:off x="7016750" y="2496547"/>
            <a:ext cx="1273098" cy="546443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Software Component</a:t>
            </a:r>
            <a:endParaRPr lang="en-DE" sz="13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B8DF9A-0A8D-D4AE-D9D3-4F4FD5099B06}"/>
              </a:ext>
            </a:extLst>
          </p:cNvPr>
          <p:cNvSpPr txBox="1"/>
          <p:nvPr/>
        </p:nvSpPr>
        <p:spPr>
          <a:xfrm>
            <a:off x="6814015" y="2210365"/>
            <a:ext cx="76881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Add-On</a:t>
            </a:r>
            <a:endParaRPr lang="en-DE" sz="13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95D523-8988-1A11-D5C2-5489BFD09A8F}"/>
              </a:ext>
            </a:extLst>
          </p:cNvPr>
          <p:cNvSpPr/>
          <p:nvPr/>
        </p:nvSpPr>
        <p:spPr>
          <a:xfrm>
            <a:off x="9123557" y="2386349"/>
            <a:ext cx="1987704" cy="667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chemeClr val="tx1"/>
                </a:solidFill>
              </a:rPr>
              <a:t>Multi-Tenant Application</a:t>
            </a:r>
            <a:endParaRPr lang="en-DE" sz="13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883300-00EA-D2BE-E39A-B98DDE08D61E}"/>
              </a:ext>
            </a:extLst>
          </p:cNvPr>
          <p:cNvSpPr/>
          <p:nvPr/>
        </p:nvSpPr>
        <p:spPr>
          <a:xfrm>
            <a:off x="5342283" y="4790082"/>
            <a:ext cx="1273098" cy="546443"/>
          </a:xfrm>
          <a:prstGeom prst="rect">
            <a:avLst/>
          </a:prstGeom>
          <a:solidFill>
            <a:srgbClr val="1B9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Delivery Package</a:t>
            </a:r>
            <a:endParaRPr lang="en-DE" sz="13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28827-4DEA-3858-7ACC-99162121FF21}"/>
              </a:ext>
            </a:extLst>
          </p:cNvPr>
          <p:cNvSpPr txBox="1"/>
          <p:nvPr/>
        </p:nvSpPr>
        <p:spPr>
          <a:xfrm>
            <a:off x="4851707" y="4420071"/>
            <a:ext cx="174702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Deployment Tools</a:t>
            </a:r>
            <a:endParaRPr lang="en-DE" sz="13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4EB937-FDF7-B1E0-AA0A-06B16C3BA4B0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8602238" y="2720239"/>
            <a:ext cx="5213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3A2C49C-7225-8C9D-180C-F4FD8E8B0FAE}"/>
              </a:ext>
            </a:extLst>
          </p:cNvPr>
          <p:cNvCxnSpPr>
            <a:stCxn id="22" idx="2"/>
            <a:endCxn id="29" idx="1"/>
          </p:cNvCxnSpPr>
          <p:nvPr/>
        </p:nvCxnSpPr>
        <p:spPr>
          <a:xfrm rot="16200000" flipH="1">
            <a:off x="3724922" y="3445942"/>
            <a:ext cx="2018391" cy="1216332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CCDF206-574B-E0A7-B7BA-62AC675C74EA}"/>
              </a:ext>
            </a:extLst>
          </p:cNvPr>
          <p:cNvCxnSpPr>
            <a:stCxn id="29" idx="3"/>
            <a:endCxn id="25" idx="2"/>
          </p:cNvCxnSpPr>
          <p:nvPr/>
        </p:nvCxnSpPr>
        <p:spPr>
          <a:xfrm flipV="1">
            <a:off x="6615381" y="3042990"/>
            <a:ext cx="1037918" cy="2020314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6DD44B3-77DE-2903-E032-B5DC01C8950D}"/>
              </a:ext>
            </a:extLst>
          </p:cNvPr>
          <p:cNvSpPr txBox="1"/>
          <p:nvPr/>
        </p:nvSpPr>
        <p:spPr>
          <a:xfrm>
            <a:off x="2241393" y="4414980"/>
            <a:ext cx="18140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Add-On Build Pipeline</a:t>
            </a:r>
            <a:endParaRPr lang="en-DE" sz="13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4CBBD8-4399-304E-A041-60AAD54000F9}"/>
              </a:ext>
            </a:extLst>
          </p:cNvPr>
          <p:cNvSpPr txBox="1"/>
          <p:nvPr/>
        </p:nvSpPr>
        <p:spPr>
          <a:xfrm>
            <a:off x="7749157" y="4409889"/>
            <a:ext cx="2275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Add-On Installation Update</a:t>
            </a:r>
            <a:endParaRPr lang="en-DE" sz="1300" dirty="0"/>
          </a:p>
        </p:txBody>
      </p:sp>
    </p:spTree>
    <p:extLst>
      <p:ext uri="{BB962C8B-B14F-4D97-AF65-F5344CB8AC3E}">
        <p14:creationId xmlns:p14="http://schemas.microsoft.com/office/powerpoint/2010/main" val="2332836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4F41-F608-A3D1-9071-B4E588CE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8F9D31B-98D7-74EA-94F6-57D37E37DC54}"/>
              </a:ext>
            </a:extLst>
          </p:cNvPr>
          <p:cNvGrpSpPr/>
          <p:nvPr/>
        </p:nvGrpSpPr>
        <p:grpSpPr>
          <a:xfrm>
            <a:off x="1824773" y="947853"/>
            <a:ext cx="10118182" cy="4850781"/>
            <a:chOff x="1824773" y="947853"/>
            <a:chExt cx="10118182" cy="485078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C767DDE-D34A-1102-CCB3-12151009ECB7}"/>
                </a:ext>
              </a:extLst>
            </p:cNvPr>
            <p:cNvSpPr/>
            <p:nvPr/>
          </p:nvSpPr>
          <p:spPr>
            <a:xfrm>
              <a:off x="1824773" y="947853"/>
              <a:ext cx="10118182" cy="48507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DBF156-3B58-964C-B71C-7DF743BCA638}"/>
                </a:ext>
              </a:extLst>
            </p:cNvPr>
            <p:cNvSpPr/>
            <p:nvPr/>
          </p:nvSpPr>
          <p:spPr>
            <a:xfrm>
              <a:off x="2676293" y="1092820"/>
              <a:ext cx="9121697" cy="29662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520683-2641-E8BA-9CED-F774863CD9F9}"/>
                </a:ext>
              </a:extLst>
            </p:cNvPr>
            <p:cNvSpPr/>
            <p:nvPr/>
          </p:nvSpPr>
          <p:spPr>
            <a:xfrm>
              <a:off x="4851707" y="4420071"/>
              <a:ext cx="2254251" cy="12447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A2DF20-4121-09C8-D516-9DCEC5C39B64}"/>
                </a:ext>
              </a:extLst>
            </p:cNvPr>
            <p:cNvSpPr txBox="1"/>
            <p:nvPr/>
          </p:nvSpPr>
          <p:spPr>
            <a:xfrm>
              <a:off x="2676293" y="1092820"/>
              <a:ext cx="289931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Global Account</a:t>
              </a:r>
              <a:endParaRPr lang="en-DE" sz="13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39BB40-D56C-FFF8-791C-30EC014E5485}"/>
                </a:ext>
              </a:extLst>
            </p:cNvPr>
            <p:cNvSpPr/>
            <p:nvPr/>
          </p:nvSpPr>
          <p:spPr>
            <a:xfrm>
              <a:off x="2804532" y="1385208"/>
              <a:ext cx="2642839" cy="25623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423563F-0FB1-315D-0B73-E350A8809AE6}"/>
                </a:ext>
              </a:extLst>
            </p:cNvPr>
            <p:cNvSpPr txBox="1"/>
            <p:nvPr/>
          </p:nvSpPr>
          <p:spPr>
            <a:xfrm>
              <a:off x="2798956" y="1401304"/>
              <a:ext cx="174702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01 Develop</a:t>
              </a:r>
              <a:endParaRPr lang="en-DE" sz="13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6E9AA4-9008-C13C-E5CD-EF8D20E1C879}"/>
                </a:ext>
              </a:extLst>
            </p:cNvPr>
            <p:cNvSpPr/>
            <p:nvPr/>
          </p:nvSpPr>
          <p:spPr>
            <a:xfrm>
              <a:off x="6571787" y="1385208"/>
              <a:ext cx="5103540" cy="256232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E6F88A-94CD-B9ED-8542-1100A1FB6D8A}"/>
                </a:ext>
              </a:extLst>
            </p:cNvPr>
            <p:cNvSpPr txBox="1"/>
            <p:nvPr/>
          </p:nvSpPr>
          <p:spPr>
            <a:xfrm>
              <a:off x="6579222" y="1401304"/>
              <a:ext cx="174702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05 Provide</a:t>
              </a:r>
              <a:endParaRPr lang="en-DE" sz="13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0CDBE7-278B-98D4-C9A8-9E88380CFF53}"/>
                </a:ext>
              </a:extLst>
            </p:cNvPr>
            <p:cNvSpPr/>
            <p:nvPr/>
          </p:nvSpPr>
          <p:spPr>
            <a:xfrm>
              <a:off x="3196683" y="2209169"/>
              <a:ext cx="1858537" cy="11250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E5DF039-EBE6-B3DF-5D5B-27BFC593FC84}"/>
                </a:ext>
              </a:extLst>
            </p:cNvPr>
            <p:cNvSpPr txBox="1"/>
            <p:nvPr/>
          </p:nvSpPr>
          <p:spPr>
            <a:xfrm>
              <a:off x="3196683" y="2204159"/>
              <a:ext cx="516673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/>
                <a:t>DEV</a:t>
              </a:r>
              <a:endParaRPr lang="en-DE" sz="13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E48E0D0-9293-1DCD-9705-EA1227656C80}"/>
                </a:ext>
              </a:extLst>
            </p:cNvPr>
            <p:cNvSpPr/>
            <p:nvPr/>
          </p:nvSpPr>
          <p:spPr>
            <a:xfrm>
              <a:off x="3489402" y="2498470"/>
              <a:ext cx="1273098" cy="546443"/>
            </a:xfrm>
            <a:prstGeom prst="rect">
              <a:avLst/>
            </a:prstGeom>
            <a:solidFill>
              <a:srgbClr val="1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Software Component</a:t>
              </a:r>
              <a:endParaRPr lang="en-DE" sz="13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875BBD-5D25-F768-7D30-301475EB814F}"/>
                </a:ext>
              </a:extLst>
            </p:cNvPr>
            <p:cNvSpPr/>
            <p:nvPr/>
          </p:nvSpPr>
          <p:spPr>
            <a:xfrm>
              <a:off x="6724031" y="1794036"/>
              <a:ext cx="1858537" cy="1540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4D285E-1F44-90C7-A9F0-17DCEF07AE1D}"/>
                </a:ext>
              </a:extLst>
            </p:cNvPr>
            <p:cNvSpPr txBox="1"/>
            <p:nvPr/>
          </p:nvSpPr>
          <p:spPr>
            <a:xfrm>
              <a:off x="6724031" y="1789026"/>
              <a:ext cx="185853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AMT via ABAP Solution</a:t>
              </a:r>
              <a:endParaRPr lang="en-DE" sz="13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47B7993-0ED3-DBCF-D805-3945D447DDC1}"/>
                </a:ext>
              </a:extLst>
            </p:cNvPr>
            <p:cNvSpPr/>
            <p:nvPr/>
          </p:nvSpPr>
          <p:spPr>
            <a:xfrm>
              <a:off x="7016750" y="2496547"/>
              <a:ext cx="1273098" cy="546443"/>
            </a:xfrm>
            <a:prstGeom prst="rect">
              <a:avLst/>
            </a:prstGeom>
            <a:solidFill>
              <a:srgbClr val="1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Software Component</a:t>
              </a:r>
              <a:endParaRPr lang="en-DE" sz="13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5749B6-551E-E29F-7016-0CD11C4F90B5}"/>
                </a:ext>
              </a:extLst>
            </p:cNvPr>
            <p:cNvSpPr/>
            <p:nvPr/>
          </p:nvSpPr>
          <p:spPr>
            <a:xfrm>
              <a:off x="9123557" y="2386349"/>
              <a:ext cx="1987704" cy="6677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Multi-Tenant Application</a:t>
              </a:r>
              <a:endParaRPr lang="en-DE" sz="13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7F80620-983B-0BCC-98A4-04ADF852B31E}"/>
                </a:ext>
              </a:extLst>
            </p:cNvPr>
            <p:cNvSpPr/>
            <p:nvPr/>
          </p:nvSpPr>
          <p:spPr>
            <a:xfrm>
              <a:off x="5342283" y="4790082"/>
              <a:ext cx="1273098" cy="546443"/>
            </a:xfrm>
            <a:prstGeom prst="rect">
              <a:avLst/>
            </a:prstGeom>
            <a:solidFill>
              <a:srgbClr val="1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Software Component</a:t>
              </a:r>
              <a:endParaRPr lang="en-DE" sz="13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6600C48-DC86-B319-2F55-0FBDB71290F7}"/>
                </a:ext>
              </a:extLst>
            </p:cNvPr>
            <p:cNvSpPr txBox="1"/>
            <p:nvPr/>
          </p:nvSpPr>
          <p:spPr>
            <a:xfrm>
              <a:off x="4851707" y="4420071"/>
              <a:ext cx="174702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gCTS Repository</a:t>
              </a:r>
              <a:endParaRPr lang="en-DE" sz="13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ED7E900-5C25-1625-E254-6BB995925290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flipH="1">
              <a:off x="8602238" y="2720239"/>
              <a:ext cx="52131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5CA86FDD-A82E-D15E-31D6-8BC3179421FD}"/>
                </a:ext>
              </a:extLst>
            </p:cNvPr>
            <p:cNvCxnSpPr>
              <a:stCxn id="22" idx="2"/>
              <a:endCxn id="29" idx="1"/>
            </p:cNvCxnSpPr>
            <p:nvPr/>
          </p:nvCxnSpPr>
          <p:spPr>
            <a:xfrm rot="16200000" flipH="1">
              <a:off x="3724922" y="3445942"/>
              <a:ext cx="2018391" cy="121633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0891AD63-7BE6-BDCC-0F3C-85D6582B686A}"/>
                </a:ext>
              </a:extLst>
            </p:cNvPr>
            <p:cNvCxnSpPr>
              <a:stCxn id="29" idx="3"/>
              <a:endCxn id="25" idx="2"/>
            </p:cNvCxnSpPr>
            <p:nvPr/>
          </p:nvCxnSpPr>
          <p:spPr>
            <a:xfrm flipV="1">
              <a:off x="6615381" y="3042990"/>
              <a:ext cx="1037918" cy="2020314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A29793-9AE8-6746-A498-D4DD67E734A2}"/>
                </a:ext>
              </a:extLst>
            </p:cNvPr>
            <p:cNvSpPr txBox="1"/>
            <p:nvPr/>
          </p:nvSpPr>
          <p:spPr>
            <a:xfrm>
              <a:off x="1873405" y="4414980"/>
              <a:ext cx="218200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Release Transport Request</a:t>
              </a:r>
              <a:endParaRPr lang="en-DE" sz="13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FB94EE6-36B5-D867-EEAC-F2DE58C575B3}"/>
                </a:ext>
              </a:extLst>
            </p:cNvPr>
            <p:cNvSpPr txBox="1"/>
            <p:nvPr/>
          </p:nvSpPr>
          <p:spPr>
            <a:xfrm>
              <a:off x="7749157" y="4409889"/>
              <a:ext cx="257687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dirty="0"/>
                <a:t>Clone/Pull Software Component</a:t>
              </a:r>
              <a:endParaRPr lang="en-DE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2994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5E47BE-CCB0-7AF2-CD88-CF164BAB9762}"/>
              </a:ext>
            </a:extLst>
          </p:cNvPr>
          <p:cNvGrpSpPr/>
          <p:nvPr/>
        </p:nvGrpSpPr>
        <p:grpSpPr>
          <a:xfrm>
            <a:off x="0" y="0"/>
            <a:ext cx="13500100" cy="8434388"/>
            <a:chOff x="0" y="0"/>
            <a:chExt cx="13500100" cy="843438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339076D-9443-4466-0072-C7FAD88197E8}"/>
                </a:ext>
              </a:extLst>
            </p:cNvPr>
            <p:cNvSpPr/>
            <p:nvPr/>
          </p:nvSpPr>
          <p:spPr>
            <a:xfrm>
              <a:off x="0" y="0"/>
              <a:ext cx="13500100" cy="8434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224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8598A50-EB87-408C-A724-89E2836CD75C}"/>
                </a:ext>
              </a:extLst>
            </p:cNvPr>
            <p:cNvSpPr/>
            <p:nvPr/>
          </p:nvSpPr>
          <p:spPr>
            <a:xfrm>
              <a:off x="3624675" y="103894"/>
              <a:ext cx="9682459" cy="11499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24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ntonSans Regular" panose="02000503000000020004" pitchFamily="2" charset="0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08F879-53B3-4C39-A62F-C78954F6E8F7}"/>
                </a:ext>
              </a:extLst>
            </p:cNvPr>
            <p:cNvSpPr/>
            <p:nvPr/>
          </p:nvSpPr>
          <p:spPr bwMode="gray">
            <a:xfrm>
              <a:off x="8366339" y="7573989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Authorization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Field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4D744E-7FB4-4164-A7BA-C30EABD168A2}"/>
                </a:ext>
              </a:extLst>
            </p:cNvPr>
            <p:cNvSpPr/>
            <p:nvPr/>
          </p:nvSpPr>
          <p:spPr bwMode="gray">
            <a:xfrm>
              <a:off x="8366338" y="6423107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Authorization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Object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5D56D6-FE30-4BE3-9D1D-3009622AD0FB}"/>
                </a:ext>
              </a:extLst>
            </p:cNvPr>
            <p:cNvSpPr/>
            <p:nvPr/>
          </p:nvSpPr>
          <p:spPr bwMode="gray">
            <a:xfrm>
              <a:off x="2266057" y="6962084"/>
              <a:ext cx="1264508" cy="455708"/>
            </a:xfrm>
            <a:prstGeom prst="rect">
              <a:avLst/>
            </a:prstGeom>
            <a:solidFill>
              <a:schemeClr val="accent3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Data Definition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3ECC63-5E5F-4D2E-A312-C39D029E2D3E}"/>
                </a:ext>
              </a:extLst>
            </p:cNvPr>
            <p:cNvSpPr/>
            <p:nvPr/>
          </p:nvSpPr>
          <p:spPr bwMode="gray">
            <a:xfrm>
              <a:off x="3020286" y="5897019"/>
              <a:ext cx="1264508" cy="45570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Behavior Definition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0737C7-D73C-4B32-86A6-1F09CA4F475F}"/>
                </a:ext>
              </a:extLst>
            </p:cNvPr>
            <p:cNvSpPr/>
            <p:nvPr/>
          </p:nvSpPr>
          <p:spPr bwMode="gray">
            <a:xfrm>
              <a:off x="5160443" y="5908445"/>
              <a:ext cx="1382746" cy="45570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Behavior Implementation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279D64-B5F2-46A0-B94A-79C0B454158E}"/>
                </a:ext>
              </a:extLst>
            </p:cNvPr>
            <p:cNvSpPr/>
            <p:nvPr/>
          </p:nvSpPr>
          <p:spPr bwMode="gray">
            <a:xfrm>
              <a:off x="1505620" y="5131039"/>
              <a:ext cx="1264508" cy="455708"/>
            </a:xfrm>
            <a:prstGeom prst="rect">
              <a:avLst/>
            </a:prstGeom>
            <a:solidFill>
              <a:schemeClr val="accent3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Service Binding</a:t>
              </a: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 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ntonSans Regular" panose="02000503000000020004" pitchFamily="2" charset="0"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A4AE73-E843-4E67-B48F-4A4F8E378E4D}"/>
                </a:ext>
              </a:extLst>
            </p:cNvPr>
            <p:cNvSpPr/>
            <p:nvPr/>
          </p:nvSpPr>
          <p:spPr bwMode="gray">
            <a:xfrm>
              <a:off x="9567143" y="3770206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IAM App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BF27D0-AC62-472D-BBEF-7469C2A28E19}"/>
                </a:ext>
              </a:extLst>
            </p:cNvPr>
            <p:cNvSpPr/>
            <p:nvPr/>
          </p:nvSpPr>
          <p:spPr bwMode="gray">
            <a:xfrm>
              <a:off x="9567143" y="2807016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IAM 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Business Catalog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D0A606-4332-4D27-B24A-340B6120BAEB}"/>
                </a:ext>
              </a:extLst>
            </p:cNvPr>
            <p:cNvSpPr/>
            <p:nvPr/>
          </p:nvSpPr>
          <p:spPr bwMode="gray">
            <a:xfrm>
              <a:off x="9567142" y="609258"/>
              <a:ext cx="1264509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+mn-cs"/>
                </a:rPr>
                <a:t>Business Role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827D4B9-C41D-4A3C-BC81-0FCA110FEACB}"/>
                </a:ext>
              </a:extLst>
            </p:cNvPr>
            <p:cNvSpPr/>
            <p:nvPr/>
          </p:nvSpPr>
          <p:spPr bwMode="gray">
            <a:xfrm>
              <a:off x="1507657" y="5890985"/>
              <a:ext cx="1264508" cy="455708"/>
            </a:xfrm>
            <a:prstGeom prst="rect">
              <a:avLst/>
            </a:prstGeom>
            <a:solidFill>
              <a:schemeClr val="accent3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Service Definition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0441C2-1EB2-46AF-9843-29A36D9528D8}"/>
                </a:ext>
              </a:extLst>
            </p:cNvPr>
            <p:cNvSpPr/>
            <p:nvPr/>
          </p:nvSpPr>
          <p:spPr bwMode="gray">
            <a:xfrm>
              <a:off x="5160443" y="5135795"/>
              <a:ext cx="1382745" cy="455708"/>
            </a:xfrm>
            <a:prstGeom prst="rect">
              <a:avLst/>
            </a:prstGeom>
            <a:solidFill>
              <a:schemeClr val="accent3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Service Groups Metadata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56F7ADB-8819-4BE3-88D5-567FD4716049}"/>
                </a:ext>
              </a:extLst>
            </p:cNvPr>
            <p:cNvSpPr/>
            <p:nvPr/>
          </p:nvSpPr>
          <p:spPr bwMode="gray">
            <a:xfrm>
              <a:off x="1505620" y="4350416"/>
              <a:ext cx="1264508" cy="474867"/>
            </a:xfrm>
            <a:prstGeom prst="rect">
              <a:avLst/>
            </a:prstGeom>
            <a:solidFill>
              <a:schemeClr val="accent3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Service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4DC79F7-9F66-4FC5-9656-FA6E0ED1F95D}"/>
                </a:ext>
              </a:extLst>
            </p:cNvPr>
            <p:cNvSpPr/>
            <p:nvPr/>
          </p:nvSpPr>
          <p:spPr bwMode="gray">
            <a:xfrm>
              <a:off x="5160443" y="6962084"/>
              <a:ext cx="1382745" cy="45570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Access Control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50110B-8C1C-43A1-9622-43729B5450D3}"/>
                </a:ext>
              </a:extLst>
            </p:cNvPr>
            <p:cNvSpPr/>
            <p:nvPr/>
          </p:nvSpPr>
          <p:spPr bwMode="gray">
            <a:xfrm>
              <a:off x="8343648" y="4698772"/>
              <a:ext cx="1264508" cy="57305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Default Authorization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Values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C652554-B739-4037-9D32-0B7F99AF74EB}"/>
                </a:ext>
              </a:extLst>
            </p:cNvPr>
            <p:cNvCxnSpPr>
              <a:cxnSpLocks/>
              <a:stCxn id="10" idx="2"/>
              <a:endCxn id="14" idx="0"/>
            </p:cNvCxnSpPr>
            <p:nvPr/>
          </p:nvCxnSpPr>
          <p:spPr>
            <a:xfrm>
              <a:off x="2137874" y="5586747"/>
              <a:ext cx="2037" cy="30423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9B8BFBA-C5C6-49FC-A43A-0213CBE80814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>
              <a:off x="4284794" y="6124873"/>
              <a:ext cx="875649" cy="1142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96762AB-0E8E-4765-9B87-7FFED01F8A41}"/>
                </a:ext>
              </a:extLst>
            </p:cNvPr>
            <p:cNvCxnSpPr>
              <a:cxnSpLocks/>
              <a:stCxn id="6" idx="2"/>
              <a:endCxn id="5" idx="0"/>
            </p:cNvCxnSpPr>
            <p:nvPr/>
          </p:nvCxnSpPr>
          <p:spPr>
            <a:xfrm>
              <a:off x="8998592" y="6878815"/>
              <a:ext cx="1" cy="69517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C149440-3F88-4D5E-8DD2-7FA343B064E7}"/>
                </a:ext>
              </a:extLst>
            </p:cNvPr>
            <p:cNvCxnSpPr>
              <a:stCxn id="12" idx="2"/>
              <a:endCxn id="11" idx="0"/>
            </p:cNvCxnSpPr>
            <p:nvPr/>
          </p:nvCxnSpPr>
          <p:spPr>
            <a:xfrm>
              <a:off x="10199397" y="3262724"/>
              <a:ext cx="0" cy="50748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B752DA4-14F7-4211-ACFB-4D615DB69B95}"/>
                </a:ext>
              </a:extLst>
            </p:cNvPr>
            <p:cNvCxnSpPr>
              <a:cxnSpLocks/>
              <a:stCxn id="16" idx="2"/>
              <a:endCxn id="10" idx="0"/>
            </p:cNvCxnSpPr>
            <p:nvPr/>
          </p:nvCxnSpPr>
          <p:spPr>
            <a:xfrm>
              <a:off x="2137874" y="4825283"/>
              <a:ext cx="0" cy="30575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82B7A493-E458-45C2-B680-44F17DBC8008}"/>
                </a:ext>
              </a:extLst>
            </p:cNvPr>
            <p:cNvCxnSpPr>
              <a:cxnSpLocks/>
              <a:stCxn id="10" idx="1"/>
              <a:endCxn id="16" idx="1"/>
            </p:cNvCxnSpPr>
            <p:nvPr/>
          </p:nvCxnSpPr>
          <p:spPr>
            <a:xfrm rot="10800000">
              <a:off x="1505620" y="4587851"/>
              <a:ext cx="12700" cy="771043"/>
            </a:xfrm>
            <a:prstGeom prst="bentConnector3">
              <a:avLst>
                <a:gd name="adj1" fmla="val 3720000"/>
              </a:avLst>
            </a:prstGeom>
            <a:ln w="25400">
              <a:solidFill>
                <a:schemeClr val="tx1"/>
              </a:solidFill>
              <a:prstDash val="dash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9954D2DB-96E3-4BE8-BB2D-417C7C51BE37}"/>
                </a:ext>
              </a:extLst>
            </p:cNvPr>
            <p:cNvCxnSpPr>
              <a:cxnSpLocks/>
              <a:stCxn id="11" idx="1"/>
              <a:endCxn id="15" idx="0"/>
            </p:cNvCxnSpPr>
            <p:nvPr/>
          </p:nvCxnSpPr>
          <p:spPr>
            <a:xfrm rot="10800000" flipV="1">
              <a:off x="5851817" y="3998059"/>
              <a:ext cx="3715327" cy="1137735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11DB94F-12FE-4E98-BB77-0B95A2E30B3B}"/>
                </a:ext>
              </a:extLst>
            </p:cNvPr>
            <p:cNvSpPr txBox="1"/>
            <p:nvPr/>
          </p:nvSpPr>
          <p:spPr>
            <a:xfrm>
              <a:off x="3591300" y="5153992"/>
              <a:ext cx="13620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generates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CC50E6C-5553-4805-B14E-67B6D04D3243}"/>
                </a:ext>
              </a:extLst>
            </p:cNvPr>
            <p:cNvSpPr txBox="1"/>
            <p:nvPr/>
          </p:nvSpPr>
          <p:spPr>
            <a:xfrm rot="16200000">
              <a:off x="205757" y="4919902"/>
              <a:ext cx="13620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generates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82CD5DD-F71A-4159-BC38-E8ABCA57B343}"/>
                </a:ext>
              </a:extLst>
            </p:cNvPr>
            <p:cNvSpPr txBox="1"/>
            <p:nvPr/>
          </p:nvSpPr>
          <p:spPr>
            <a:xfrm>
              <a:off x="2235143" y="5642829"/>
              <a:ext cx="13620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defines protocol for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1DC5563-1C64-4D6E-9237-66532DE60C8F}"/>
                </a:ext>
              </a:extLst>
            </p:cNvPr>
            <p:cNvSpPr txBox="1"/>
            <p:nvPr/>
          </p:nvSpPr>
          <p:spPr>
            <a:xfrm>
              <a:off x="5907527" y="3724787"/>
              <a:ext cx="52242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exposes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EE6B5CA-8835-403E-ACDC-82BF89E8DEBE}"/>
                </a:ext>
              </a:extLst>
            </p:cNvPr>
            <p:cNvSpPr txBox="1"/>
            <p:nvPr/>
          </p:nvSpPr>
          <p:spPr>
            <a:xfrm>
              <a:off x="2235440" y="4896428"/>
              <a:ext cx="13620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is implementation of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CC187B4-ACD1-4317-B9EE-C7C1CED4D986}"/>
                </a:ext>
              </a:extLst>
            </p:cNvPr>
            <p:cNvSpPr txBox="1"/>
            <p:nvPr/>
          </p:nvSpPr>
          <p:spPr>
            <a:xfrm>
              <a:off x="7207675" y="5035502"/>
              <a:ext cx="942507" cy="61555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requires</a:t>
              </a:r>
              <a:b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authorizations described here and above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1D0AD1A-4DA3-46E1-9977-4BC6FE744DAC}"/>
                </a:ext>
              </a:extLst>
            </p:cNvPr>
            <p:cNvSpPr txBox="1"/>
            <p:nvPr/>
          </p:nvSpPr>
          <p:spPr>
            <a:xfrm>
              <a:off x="4314078" y="5632945"/>
              <a:ext cx="822689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is implemented by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787DAFF-36F3-457B-92F5-852082B0EEF5}"/>
                </a:ext>
              </a:extLst>
            </p:cNvPr>
            <p:cNvSpPr txBox="1"/>
            <p:nvPr/>
          </p:nvSpPr>
          <p:spPr>
            <a:xfrm>
              <a:off x="2960290" y="6721963"/>
              <a:ext cx="137407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describes behavior of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E6602CA-A3D5-4D5A-AA56-4B0AE4A9B84B}"/>
                </a:ext>
              </a:extLst>
            </p:cNvPr>
            <p:cNvSpPr txBox="1"/>
            <p:nvPr/>
          </p:nvSpPr>
          <p:spPr>
            <a:xfrm>
              <a:off x="9044927" y="7102219"/>
              <a:ext cx="77520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consists of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AA9C4DB-030B-4E0E-B45C-80CCB408C999}"/>
                </a:ext>
              </a:extLst>
            </p:cNvPr>
            <p:cNvCxnSpPr>
              <a:cxnSpLocks/>
              <a:stCxn id="13" idx="2"/>
              <a:endCxn id="12" idx="0"/>
            </p:cNvCxnSpPr>
            <p:nvPr/>
          </p:nvCxnSpPr>
          <p:spPr>
            <a:xfrm>
              <a:off x="10199397" y="1064966"/>
              <a:ext cx="0" cy="17420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CF4DF6-72A1-40CA-8FF6-6036896847FF}"/>
                </a:ext>
              </a:extLst>
            </p:cNvPr>
            <p:cNvSpPr txBox="1"/>
            <p:nvPr/>
          </p:nvSpPr>
          <p:spPr>
            <a:xfrm>
              <a:off x="12394267" y="343310"/>
              <a:ext cx="985629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Business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User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2E098A7-50B5-4797-9690-9C1A1C95902B}"/>
                </a:ext>
              </a:extLst>
            </p:cNvPr>
            <p:cNvSpPr txBox="1"/>
            <p:nvPr/>
          </p:nvSpPr>
          <p:spPr>
            <a:xfrm>
              <a:off x="10933288" y="866639"/>
              <a:ext cx="13620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grants</a:t>
              </a:r>
              <a:b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authorizations to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DF8C077-27DA-4BFF-9CBA-9FA08DBC4811}"/>
                </a:ext>
              </a:extLst>
            </p:cNvPr>
            <p:cNvSpPr txBox="1"/>
            <p:nvPr/>
          </p:nvSpPr>
          <p:spPr>
            <a:xfrm>
              <a:off x="2168286" y="6712770"/>
              <a:ext cx="541469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exposes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C3605D3-5E88-4C7D-9444-4055B6D34441}"/>
                </a:ext>
              </a:extLst>
            </p:cNvPr>
            <p:cNvSpPr txBox="1"/>
            <p:nvPr/>
          </p:nvSpPr>
          <p:spPr>
            <a:xfrm>
              <a:off x="9464199" y="3429453"/>
              <a:ext cx="77827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consists of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1042BAD-0E54-4476-AADE-A968AB09DE8F}"/>
                </a:ext>
              </a:extLst>
            </p:cNvPr>
            <p:cNvSpPr txBox="1"/>
            <p:nvPr/>
          </p:nvSpPr>
          <p:spPr>
            <a:xfrm>
              <a:off x="11024809" y="2339210"/>
              <a:ext cx="4136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has</a:t>
              </a:r>
            </a:p>
          </p:txBody>
        </p:sp>
        <p:cxnSp>
          <p:nvCxnSpPr>
            <p:cNvPr id="66" name="Connector: Elbow 65">
              <a:extLst>
                <a:ext uri="{FF2B5EF4-FFF2-40B4-BE49-F238E27FC236}">
                  <a16:creationId xmlns:a16="http://schemas.microsoft.com/office/drawing/2014/main" id="{0A53B8A5-9BCE-4E2C-8457-EEB53B610797}"/>
                </a:ext>
              </a:extLst>
            </p:cNvPr>
            <p:cNvCxnSpPr>
              <a:cxnSpLocks/>
              <a:stCxn id="11" idx="2"/>
              <a:endCxn id="20" idx="0"/>
            </p:cNvCxnSpPr>
            <p:nvPr/>
          </p:nvCxnSpPr>
          <p:spPr>
            <a:xfrm rot="5400000">
              <a:off x="9351221" y="3850596"/>
              <a:ext cx="472858" cy="122349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8893E5D-450C-49E8-9EAB-C413152D71DC}"/>
                </a:ext>
              </a:extLst>
            </p:cNvPr>
            <p:cNvSpPr txBox="1"/>
            <p:nvPr/>
          </p:nvSpPr>
          <p:spPr>
            <a:xfrm>
              <a:off x="8001644" y="4265505"/>
              <a:ext cx="238104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provides authorizations proposed by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F2C2813-1C85-4DD1-B754-B5DDDA1A0851}"/>
                </a:ext>
              </a:extLst>
            </p:cNvPr>
            <p:cNvSpPr txBox="1"/>
            <p:nvPr/>
          </p:nvSpPr>
          <p:spPr>
            <a:xfrm>
              <a:off x="2008692" y="4996846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1A6D70E-2313-4D8B-AFDD-A11DBD9CDBEC}"/>
                </a:ext>
              </a:extLst>
            </p:cNvPr>
            <p:cNvSpPr txBox="1"/>
            <p:nvPr/>
          </p:nvSpPr>
          <p:spPr>
            <a:xfrm>
              <a:off x="2759362" y="6850269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29C5582-0CCF-4B7F-AF9B-A5BBDDF74944}"/>
                </a:ext>
              </a:extLst>
            </p:cNvPr>
            <p:cNvSpPr txBox="1"/>
            <p:nvPr/>
          </p:nvSpPr>
          <p:spPr>
            <a:xfrm>
              <a:off x="9081011" y="7401056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13E0CCC-8C6B-49A7-872C-9C69069F1A72}"/>
                </a:ext>
              </a:extLst>
            </p:cNvPr>
            <p:cNvSpPr txBox="1"/>
            <p:nvPr/>
          </p:nvSpPr>
          <p:spPr>
            <a:xfrm>
              <a:off x="7424969" y="6712770"/>
              <a:ext cx="57551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checks</a:t>
              </a:r>
              <a:b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against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B672712-4C48-4F3D-9765-BA46783BECB7}"/>
                </a:ext>
              </a:extLst>
            </p:cNvPr>
            <p:cNvSpPr txBox="1"/>
            <p:nvPr/>
          </p:nvSpPr>
          <p:spPr>
            <a:xfrm>
              <a:off x="9092498" y="4592333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5128352-635E-4D7D-B1C2-860D6AC097E1}"/>
                </a:ext>
              </a:extLst>
            </p:cNvPr>
            <p:cNvSpPr txBox="1"/>
            <p:nvPr/>
          </p:nvSpPr>
          <p:spPr>
            <a:xfrm>
              <a:off x="8193576" y="4725947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5E3DDE5-3F15-44D6-98E9-4FEBCFE9E802}"/>
                </a:ext>
              </a:extLst>
            </p:cNvPr>
            <p:cNvSpPr txBox="1"/>
            <p:nvPr/>
          </p:nvSpPr>
          <p:spPr>
            <a:xfrm>
              <a:off x="2008692" y="5740987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31E5AB1-AD73-4095-8447-9FC7C2DCC38A}"/>
                </a:ext>
              </a:extLst>
            </p:cNvPr>
            <p:cNvSpPr txBox="1"/>
            <p:nvPr/>
          </p:nvSpPr>
          <p:spPr>
            <a:xfrm>
              <a:off x="10022635" y="3626036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+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924CB3C-D826-4DA9-90CD-F102FAC1C706}"/>
                </a:ext>
              </a:extLst>
            </p:cNvPr>
            <p:cNvSpPr txBox="1"/>
            <p:nvPr/>
          </p:nvSpPr>
          <p:spPr>
            <a:xfrm>
              <a:off x="5079049" y="5210275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D9D9403-7D51-442C-9251-8C2F64A6720D}"/>
                </a:ext>
              </a:extLst>
            </p:cNvPr>
            <p:cNvCxnSpPr>
              <a:stCxn id="20" idx="2"/>
              <a:endCxn id="6" idx="0"/>
            </p:cNvCxnSpPr>
            <p:nvPr/>
          </p:nvCxnSpPr>
          <p:spPr>
            <a:xfrm>
              <a:off x="8975902" y="5271830"/>
              <a:ext cx="22690" cy="115127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B72B3D5-A0E8-459E-8F8B-545B4EAB2ED2}"/>
                </a:ext>
              </a:extLst>
            </p:cNvPr>
            <p:cNvSpPr txBox="1"/>
            <p:nvPr/>
          </p:nvSpPr>
          <p:spPr>
            <a:xfrm>
              <a:off x="9058710" y="5634235"/>
              <a:ext cx="136207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declare usage of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0EDFD7E-A514-41A7-91B7-7CD09A4A4B49}"/>
                </a:ext>
              </a:extLst>
            </p:cNvPr>
            <p:cNvSpPr/>
            <p:nvPr/>
          </p:nvSpPr>
          <p:spPr>
            <a:xfrm>
              <a:off x="12830047" y="658776"/>
              <a:ext cx="144711" cy="144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24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ntonSans Regular" panose="02000503000000020004" pitchFamily="2" charset="0"/>
                <a:ea typeface="+mn-ea"/>
                <a:cs typeface="+mn-cs"/>
              </a:endParaRPr>
            </a:p>
          </p:txBody>
        </p:sp>
        <p:sp>
          <p:nvSpPr>
            <p:cNvPr id="97" name="Flowchart: Delay 96">
              <a:extLst>
                <a:ext uri="{FF2B5EF4-FFF2-40B4-BE49-F238E27FC236}">
                  <a16:creationId xmlns:a16="http://schemas.microsoft.com/office/drawing/2014/main" id="{8B0DDBEB-7F4F-44C9-ADF0-8C9E674D007D}"/>
                </a:ext>
              </a:extLst>
            </p:cNvPr>
            <p:cNvSpPr/>
            <p:nvPr/>
          </p:nvSpPr>
          <p:spPr>
            <a:xfrm rot="16200000">
              <a:off x="12801014" y="783252"/>
              <a:ext cx="195934" cy="263258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24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ntonSans Regular" panose="02000503000000020004" pitchFamily="2" charset="0"/>
                <a:ea typeface="+mn-ea"/>
                <a:cs typeface="+mn-cs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C8D95465-9A16-4409-B396-A26183A69D59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831651" y="837112"/>
              <a:ext cx="182828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A9C4279-73C0-4122-AE64-16D20921F230}"/>
                </a:ext>
              </a:extLst>
            </p:cNvPr>
            <p:cNvSpPr/>
            <p:nvPr/>
          </p:nvSpPr>
          <p:spPr bwMode="gray">
            <a:xfrm>
              <a:off x="10660398" y="6417333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Restriction Type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2DDD224-2017-476B-9333-3E7C4BB216C9}"/>
                </a:ext>
              </a:extLst>
            </p:cNvPr>
            <p:cNvSpPr/>
            <p:nvPr/>
          </p:nvSpPr>
          <p:spPr bwMode="gray">
            <a:xfrm>
              <a:off x="10660398" y="7574111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Restriction Field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91F260BE-F849-4C25-9ADF-69D4D308336E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>
              <a:off x="11292652" y="6873041"/>
              <a:ext cx="0" cy="70107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8297F89A-27A5-400C-8162-F76C1A2DC1EB}"/>
                </a:ext>
              </a:extLst>
            </p:cNvPr>
            <p:cNvCxnSpPr>
              <a:cxnSpLocks/>
              <a:stCxn id="84" idx="1"/>
              <a:endCxn id="5" idx="3"/>
            </p:cNvCxnSpPr>
            <p:nvPr/>
          </p:nvCxnSpPr>
          <p:spPr>
            <a:xfrm rot="10800000">
              <a:off x="9630848" y="7801843"/>
              <a:ext cx="1029551" cy="12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71659CE-56A7-478E-A029-AB09E7EF57B6}"/>
                </a:ext>
              </a:extLst>
            </p:cNvPr>
            <p:cNvSpPr txBox="1"/>
            <p:nvPr/>
          </p:nvSpPr>
          <p:spPr>
            <a:xfrm>
              <a:off x="9853338" y="6417333"/>
              <a:ext cx="31046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uses</a:t>
              </a:r>
            </a:p>
          </p:txBody>
        </p: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DE170AC2-221C-4AE2-B472-745147279285}"/>
                </a:ext>
              </a:extLst>
            </p:cNvPr>
            <p:cNvCxnSpPr>
              <a:cxnSpLocks/>
              <a:stCxn id="83" idx="1"/>
              <a:endCxn id="6" idx="3"/>
            </p:cNvCxnSpPr>
            <p:nvPr/>
          </p:nvCxnSpPr>
          <p:spPr>
            <a:xfrm flipH="1">
              <a:off x="9630846" y="6645187"/>
              <a:ext cx="1029552" cy="577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7B2AD9A7-112B-4E5F-A4C1-F8C7B5B7E08B}"/>
                </a:ext>
              </a:extLst>
            </p:cNvPr>
            <p:cNvSpPr txBox="1"/>
            <p:nvPr/>
          </p:nvSpPr>
          <p:spPr>
            <a:xfrm>
              <a:off x="11351804" y="7112994"/>
              <a:ext cx="78797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consists of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86BC4DE1-E361-4156-829C-CB5FD41BF670}"/>
                </a:ext>
              </a:extLst>
            </p:cNvPr>
            <p:cNvSpPr txBox="1"/>
            <p:nvPr/>
          </p:nvSpPr>
          <p:spPr>
            <a:xfrm>
              <a:off x="11419741" y="7400902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+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A550C3ED-AC1E-4CF1-84A2-D8A688763672}"/>
                </a:ext>
              </a:extLst>
            </p:cNvPr>
            <p:cNvSpPr txBox="1"/>
            <p:nvPr/>
          </p:nvSpPr>
          <p:spPr>
            <a:xfrm>
              <a:off x="9865320" y="7601010"/>
              <a:ext cx="29491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uses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05DFB762-DE92-4052-83A6-CF6119B367C7}"/>
                </a:ext>
              </a:extLst>
            </p:cNvPr>
            <p:cNvSpPr txBox="1"/>
            <p:nvPr/>
          </p:nvSpPr>
          <p:spPr>
            <a:xfrm>
              <a:off x="9687040" y="7888875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A6E87BB-DB7D-4693-BC9F-4881B1791FF8}"/>
                </a:ext>
              </a:extLst>
            </p:cNvPr>
            <p:cNvSpPr txBox="1"/>
            <p:nvPr/>
          </p:nvSpPr>
          <p:spPr>
            <a:xfrm>
              <a:off x="9125682" y="6297109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cxnSp>
          <p:nvCxnSpPr>
            <p:cNvPr id="202" name="Connector: Elbow 201">
              <a:extLst>
                <a:ext uri="{FF2B5EF4-FFF2-40B4-BE49-F238E27FC236}">
                  <a16:creationId xmlns:a16="http://schemas.microsoft.com/office/drawing/2014/main" id="{AAB4501F-DE78-4E2D-80C7-BCA332DE5253}"/>
                </a:ext>
              </a:extLst>
            </p:cNvPr>
            <p:cNvCxnSpPr>
              <a:cxnSpLocks/>
              <a:stCxn id="12" idx="3"/>
              <a:endCxn id="83" idx="0"/>
            </p:cNvCxnSpPr>
            <p:nvPr/>
          </p:nvCxnSpPr>
          <p:spPr>
            <a:xfrm>
              <a:off x="10831651" y="3034870"/>
              <a:ext cx="461001" cy="3382463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E6780CD1-71D9-45BF-8B8C-CEB869822B95}"/>
                </a:ext>
              </a:extLst>
            </p:cNvPr>
            <p:cNvCxnSpPr>
              <a:cxnSpLocks/>
              <a:stCxn id="19" idx="1"/>
              <a:endCxn id="7" idx="3"/>
            </p:cNvCxnSpPr>
            <p:nvPr/>
          </p:nvCxnSpPr>
          <p:spPr>
            <a:xfrm flipH="1">
              <a:off x="3530565" y="7189938"/>
              <a:ext cx="162987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ctor: Elbow 211">
              <a:extLst>
                <a:ext uri="{FF2B5EF4-FFF2-40B4-BE49-F238E27FC236}">
                  <a16:creationId xmlns:a16="http://schemas.microsoft.com/office/drawing/2014/main" id="{5B22BCB5-4E92-4762-87D8-35ABC43C9F99}"/>
                </a:ext>
              </a:extLst>
            </p:cNvPr>
            <p:cNvCxnSpPr>
              <a:stCxn id="16" idx="3"/>
              <a:endCxn id="20" idx="1"/>
            </p:cNvCxnSpPr>
            <p:nvPr/>
          </p:nvCxnSpPr>
          <p:spPr>
            <a:xfrm>
              <a:off x="2770128" y="4587850"/>
              <a:ext cx="5573520" cy="397451"/>
            </a:xfrm>
            <a:prstGeom prst="bentConnector3">
              <a:avLst>
                <a:gd name="adj1" fmla="val 74983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ctor: Elbow 213">
              <a:extLst>
                <a:ext uri="{FF2B5EF4-FFF2-40B4-BE49-F238E27FC236}">
                  <a16:creationId xmlns:a16="http://schemas.microsoft.com/office/drawing/2014/main" id="{2381BC31-A688-43B0-9C51-73E8724DEF1B}"/>
                </a:ext>
              </a:extLst>
            </p:cNvPr>
            <p:cNvCxnSpPr>
              <a:cxnSpLocks/>
              <a:stCxn id="15" idx="3"/>
              <a:endCxn id="20" idx="1"/>
            </p:cNvCxnSpPr>
            <p:nvPr/>
          </p:nvCxnSpPr>
          <p:spPr>
            <a:xfrm flipV="1">
              <a:off x="6543188" y="4985301"/>
              <a:ext cx="1800460" cy="378348"/>
            </a:xfrm>
            <a:prstGeom prst="bentConnector3">
              <a:avLst>
                <a:gd name="adj1" fmla="val 22444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ctor: Elbow 218">
              <a:extLst>
                <a:ext uri="{FF2B5EF4-FFF2-40B4-BE49-F238E27FC236}">
                  <a16:creationId xmlns:a16="http://schemas.microsoft.com/office/drawing/2014/main" id="{5C425133-6541-453F-BE6E-5C6EADCF47F0}"/>
                </a:ext>
              </a:extLst>
            </p:cNvPr>
            <p:cNvCxnSpPr>
              <a:stCxn id="14" idx="2"/>
              <a:endCxn id="7" idx="0"/>
            </p:cNvCxnSpPr>
            <p:nvPr/>
          </p:nvCxnSpPr>
          <p:spPr>
            <a:xfrm rot="16200000" flipH="1">
              <a:off x="2211416" y="6275188"/>
              <a:ext cx="615391" cy="758400"/>
            </a:xfrm>
            <a:prstGeom prst="bentConnector3">
              <a:avLst>
                <a:gd name="adj1" fmla="val 50387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: Elbow 220">
              <a:extLst>
                <a:ext uri="{FF2B5EF4-FFF2-40B4-BE49-F238E27FC236}">
                  <a16:creationId xmlns:a16="http://schemas.microsoft.com/office/drawing/2014/main" id="{607535D8-75D5-4330-BAE0-6E8A6385BCD9}"/>
                </a:ext>
              </a:extLst>
            </p:cNvPr>
            <p:cNvCxnSpPr>
              <a:stCxn id="8" idx="2"/>
              <a:endCxn id="7" idx="0"/>
            </p:cNvCxnSpPr>
            <p:nvPr/>
          </p:nvCxnSpPr>
          <p:spPr>
            <a:xfrm rot="5400000">
              <a:off x="2970748" y="6280291"/>
              <a:ext cx="609357" cy="754229"/>
            </a:xfrm>
            <a:prstGeom prst="bentConnector3">
              <a:avLst>
                <a:gd name="adj1" fmla="val 49519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ctor: Elbow 222">
              <a:extLst>
                <a:ext uri="{FF2B5EF4-FFF2-40B4-BE49-F238E27FC236}">
                  <a16:creationId xmlns:a16="http://schemas.microsoft.com/office/drawing/2014/main" id="{616AC0D6-3852-46ED-90D1-097D8312F056}"/>
                </a:ext>
              </a:extLst>
            </p:cNvPr>
            <p:cNvCxnSpPr>
              <a:cxnSpLocks/>
              <a:stCxn id="9" idx="3"/>
              <a:endCxn id="6" idx="1"/>
            </p:cNvCxnSpPr>
            <p:nvPr/>
          </p:nvCxnSpPr>
          <p:spPr>
            <a:xfrm>
              <a:off x="6543189" y="6136299"/>
              <a:ext cx="1823149" cy="514662"/>
            </a:xfrm>
            <a:prstGeom prst="bentConnector3">
              <a:avLst>
                <a:gd name="adj1" fmla="val 21744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ctor: Elbow 224">
              <a:extLst>
                <a:ext uri="{FF2B5EF4-FFF2-40B4-BE49-F238E27FC236}">
                  <a16:creationId xmlns:a16="http://schemas.microsoft.com/office/drawing/2014/main" id="{25E16A1C-0D1C-4A4D-9EFC-1F7904526EE5}"/>
                </a:ext>
              </a:extLst>
            </p:cNvPr>
            <p:cNvCxnSpPr>
              <a:cxnSpLocks/>
              <a:stCxn id="19" idx="3"/>
              <a:endCxn id="6" idx="1"/>
            </p:cNvCxnSpPr>
            <p:nvPr/>
          </p:nvCxnSpPr>
          <p:spPr>
            <a:xfrm flipV="1">
              <a:off x="6543188" y="6650961"/>
              <a:ext cx="1823150" cy="538977"/>
            </a:xfrm>
            <a:prstGeom prst="bentConnector3">
              <a:avLst>
                <a:gd name="adj1" fmla="val 21744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0EAD6D9-340F-4E1D-A07F-621CA94297AA}"/>
                </a:ext>
              </a:extLst>
            </p:cNvPr>
            <p:cNvSpPr txBox="1"/>
            <p:nvPr/>
          </p:nvSpPr>
          <p:spPr>
            <a:xfrm>
              <a:off x="11441518" y="6210359"/>
              <a:ext cx="2451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889A80A-4F76-4FC2-B535-21096D153E58}"/>
                </a:ext>
              </a:extLst>
            </p:cNvPr>
            <p:cNvSpPr txBox="1"/>
            <p:nvPr/>
          </p:nvSpPr>
          <p:spPr>
            <a:xfrm>
              <a:off x="10070892" y="2641515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+</a:t>
              </a: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CFDF182E-5BE7-4331-8927-532560D26810}"/>
                </a:ext>
              </a:extLst>
            </p:cNvPr>
            <p:cNvSpPr/>
            <p:nvPr/>
          </p:nvSpPr>
          <p:spPr bwMode="gray">
            <a:xfrm>
              <a:off x="1505620" y="294515"/>
              <a:ext cx="1765227" cy="474867"/>
            </a:xfrm>
            <a:prstGeom prst="rect">
              <a:avLst/>
            </a:prstGeom>
            <a:solidFill>
              <a:schemeClr val="accent3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Service Implementation</a:t>
              </a: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C90DFEAE-D4C4-4142-9F2A-F3729CF5D456}"/>
                </a:ext>
              </a:extLst>
            </p:cNvPr>
            <p:cNvSpPr/>
            <p:nvPr/>
          </p:nvSpPr>
          <p:spPr bwMode="gray">
            <a:xfrm>
              <a:off x="1529137" y="1584119"/>
              <a:ext cx="175001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Access Implementation</a:t>
              </a: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3E2EECAB-0CDA-4647-A49D-88A3557D157B}"/>
                </a:ext>
              </a:extLst>
            </p:cNvPr>
            <p:cNvSpPr/>
            <p:nvPr/>
          </p:nvSpPr>
          <p:spPr bwMode="gray">
            <a:xfrm>
              <a:off x="1505620" y="923451"/>
              <a:ext cx="1776013" cy="51921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Access and Service Implementation</a:t>
              </a: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C9419822-AADC-4B42-9105-9526008E2F5B}"/>
                </a:ext>
              </a:extLst>
            </p:cNvPr>
            <p:cNvSpPr txBox="1"/>
            <p:nvPr/>
          </p:nvSpPr>
          <p:spPr>
            <a:xfrm>
              <a:off x="7037155" y="137611"/>
              <a:ext cx="4166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Book" panose="02000503000000020004" pitchFamily="2" charset="0"/>
                  <a:ea typeface="+mn-ea"/>
                  <a:cs typeface="+mn-cs"/>
                </a:rPr>
                <a:t>Administrator in SAP Fiori Launchpad</a:t>
              </a:r>
              <a:endPara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ok" panose="02000503000000020004" pitchFamily="2" charset="0"/>
                <a:ea typeface="+mn-ea"/>
                <a:cs typeface="+mn-cs"/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D5340835-B8EA-4E4B-9E23-9855F234B298}"/>
                </a:ext>
              </a:extLst>
            </p:cNvPr>
            <p:cNvSpPr txBox="1"/>
            <p:nvPr/>
          </p:nvSpPr>
          <p:spPr>
            <a:xfrm>
              <a:off x="3638706" y="1417002"/>
              <a:ext cx="3847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Book" panose="02000503000000020004" pitchFamily="2" charset="0"/>
                  <a:ea typeface="+mn-ea"/>
                  <a:cs typeface="+mn-cs"/>
                </a:rPr>
                <a:t>Developer</a:t>
              </a:r>
            </a:p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Book" panose="02000503000000020004" pitchFamily="2" charset="0"/>
                  <a:ea typeface="+mn-ea"/>
                  <a:cs typeface="+mn-cs"/>
                </a:rPr>
                <a:t>in ABAP Development Tools (ADT)</a:t>
              </a:r>
              <a:endPara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Book" panose="02000503000000020004" pitchFamily="2" charset="0"/>
                <a:ea typeface="+mn-ea"/>
                <a:cs typeface="+mn-cs"/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E0B0696D-BD31-48B9-B843-9502933FB5F4}"/>
                </a:ext>
              </a:extLst>
            </p:cNvPr>
            <p:cNvSpPr/>
            <p:nvPr/>
          </p:nvSpPr>
          <p:spPr bwMode="gray">
            <a:xfrm>
              <a:off x="10655056" y="1745988"/>
              <a:ext cx="1264508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Business Role Template</a:t>
              </a:r>
            </a:p>
          </p:txBody>
        </p:sp>
        <p:cxnSp>
          <p:nvCxnSpPr>
            <p:cNvPr id="266" name="Connector: Elbow 265">
              <a:extLst>
                <a:ext uri="{FF2B5EF4-FFF2-40B4-BE49-F238E27FC236}">
                  <a16:creationId xmlns:a16="http://schemas.microsoft.com/office/drawing/2014/main" id="{C628A9C0-A895-4129-9D10-65F740B72064}"/>
                </a:ext>
              </a:extLst>
            </p:cNvPr>
            <p:cNvCxnSpPr>
              <a:stCxn id="13" idx="2"/>
              <a:endCxn id="264" idx="0"/>
            </p:cNvCxnSpPr>
            <p:nvPr/>
          </p:nvCxnSpPr>
          <p:spPr>
            <a:xfrm rot="16200000" flipH="1">
              <a:off x="10402842" y="861520"/>
              <a:ext cx="681022" cy="1087913"/>
            </a:xfrm>
            <a:prstGeom prst="bentConnector3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: Elbow 266">
              <a:extLst>
                <a:ext uri="{FF2B5EF4-FFF2-40B4-BE49-F238E27FC236}">
                  <a16:creationId xmlns:a16="http://schemas.microsoft.com/office/drawing/2014/main" id="{6B3234C0-DCF3-4085-8DB7-6D1CE13C2251}"/>
                </a:ext>
              </a:extLst>
            </p:cNvPr>
            <p:cNvCxnSpPr>
              <a:cxnSpLocks/>
              <a:stCxn id="264" idx="2"/>
              <a:endCxn id="12" idx="0"/>
            </p:cNvCxnSpPr>
            <p:nvPr/>
          </p:nvCxnSpPr>
          <p:spPr>
            <a:xfrm rot="5400000">
              <a:off x="10440694" y="1960400"/>
              <a:ext cx="605320" cy="1087913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217E3F95-5A9E-4566-89D2-9A712EE03D6E}"/>
                </a:ext>
              </a:extLst>
            </p:cNvPr>
            <p:cNvSpPr txBox="1"/>
            <p:nvPr/>
          </p:nvSpPr>
          <p:spPr>
            <a:xfrm>
              <a:off x="11410689" y="1571353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?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4E385347-351D-4CCC-BC9D-493468F9CE19}"/>
                </a:ext>
              </a:extLst>
            </p:cNvPr>
            <p:cNvSpPr txBox="1"/>
            <p:nvPr/>
          </p:nvSpPr>
          <p:spPr>
            <a:xfrm>
              <a:off x="10470446" y="1437276"/>
              <a:ext cx="92664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created from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FDA4DBAF-3012-405B-8E91-49AF00440E37}"/>
                </a:ext>
              </a:extLst>
            </p:cNvPr>
            <p:cNvSpPr txBox="1"/>
            <p:nvPr/>
          </p:nvSpPr>
          <p:spPr>
            <a:xfrm>
              <a:off x="12461945" y="903728"/>
              <a:ext cx="2451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3B35EAC-6A71-42D5-9074-E6D7FCA277D0}"/>
                </a:ext>
              </a:extLst>
            </p:cNvPr>
            <p:cNvSpPr txBox="1"/>
            <p:nvPr/>
          </p:nvSpPr>
          <p:spPr>
            <a:xfrm>
              <a:off x="4004165" y="7006315"/>
              <a:ext cx="106161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defines access to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71228FC-2FEF-42CF-B744-C95D4C755F47}"/>
                </a:ext>
              </a:extLst>
            </p:cNvPr>
            <p:cNvCxnSpPr>
              <a:cxnSpLocks/>
              <a:stCxn id="10" idx="3"/>
              <a:endCxn id="15" idx="1"/>
            </p:cNvCxnSpPr>
            <p:nvPr/>
          </p:nvCxnSpPr>
          <p:spPr>
            <a:xfrm>
              <a:off x="2770128" y="5358893"/>
              <a:ext cx="2390315" cy="475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EE82245-FB3F-415F-B6B2-155DC419621E}"/>
                </a:ext>
              </a:extLst>
            </p:cNvPr>
            <p:cNvSpPr txBox="1"/>
            <p:nvPr/>
          </p:nvSpPr>
          <p:spPr>
            <a:xfrm>
              <a:off x="104700" y="236947"/>
              <a:ext cx="128432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+mn-ea"/>
                  <a:cs typeface="+mn-cs"/>
                </a:rPr>
                <a:t>Legend</a:t>
              </a:r>
            </a:p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+mn-ea"/>
                  <a:cs typeface="+mn-cs"/>
                </a:rPr>
                <a:t>Cardinality:</a:t>
              </a:r>
            </a:p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+mn-ea"/>
                  <a:cs typeface="+mn-cs"/>
                </a:rPr>
                <a:t>?  Zero or one</a:t>
              </a:r>
            </a:p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+mn-ea"/>
                  <a:cs typeface="+mn-cs"/>
                </a:rPr>
                <a:t>1  One</a:t>
              </a:r>
            </a:p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+mn-ea"/>
                  <a:cs typeface="+mn-cs"/>
                </a:rPr>
                <a:t>*  Zero or many</a:t>
              </a:r>
            </a:p>
            <a:p>
              <a:pPr marL="0" marR="0" lvl="0" indent="0" algn="l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+mn-ea"/>
                  <a:cs typeface="+mn-cs"/>
                </a:rPr>
                <a:t>+  One or many</a:t>
              </a: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entonSans Regular" panose="02000503000000020004" pitchFamily="2" charset="0"/>
                <a:ea typeface="+mn-ea"/>
                <a:cs typeface="+mn-c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F09E2E2-A7DD-49D6-8608-A46882575CE7}"/>
                </a:ext>
              </a:extLst>
            </p:cNvPr>
            <p:cNvSpPr/>
            <p:nvPr/>
          </p:nvSpPr>
          <p:spPr bwMode="gray">
            <a:xfrm>
              <a:off x="7200706" y="3383048"/>
              <a:ext cx="1528750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Communication Scenario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6328F468-82A3-48F6-83A9-0871D713B4F4}"/>
                </a:ext>
              </a:extLst>
            </p:cNvPr>
            <p:cNvSpPr/>
            <p:nvPr/>
          </p:nvSpPr>
          <p:spPr bwMode="gray">
            <a:xfrm>
              <a:off x="7181813" y="597311"/>
              <a:ext cx="1564670" cy="455708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+mn-cs"/>
                </a:rPr>
                <a:t>Communication Arrangement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D5D37E4-969C-4F74-9297-7C660822F6E3}"/>
                </a:ext>
              </a:extLst>
            </p:cNvPr>
            <p:cNvSpPr/>
            <p:nvPr/>
          </p:nvSpPr>
          <p:spPr>
            <a:xfrm>
              <a:off x="5266652" y="663902"/>
              <a:ext cx="144711" cy="144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24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ntonSans Regular" panose="02000503000000020004" pitchFamily="2" charset="0"/>
                <a:ea typeface="+mn-ea"/>
                <a:cs typeface="+mn-cs"/>
              </a:endParaRPr>
            </a:p>
          </p:txBody>
        </p:sp>
        <p:sp>
          <p:nvSpPr>
            <p:cNvPr id="103" name="Flowchart: Delay 102">
              <a:extLst>
                <a:ext uri="{FF2B5EF4-FFF2-40B4-BE49-F238E27FC236}">
                  <a16:creationId xmlns:a16="http://schemas.microsoft.com/office/drawing/2014/main" id="{D6FD4518-27B8-4834-86EA-87E26479D5F7}"/>
                </a:ext>
              </a:extLst>
            </p:cNvPr>
            <p:cNvSpPr/>
            <p:nvPr/>
          </p:nvSpPr>
          <p:spPr>
            <a:xfrm rot="16200000">
              <a:off x="5237619" y="788378"/>
              <a:ext cx="195934" cy="263258"/>
            </a:xfrm>
            <a:prstGeom prst="flowChartDelay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1394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244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ntonSans Regular" panose="02000503000000020004" pitchFamily="2" charset="0"/>
                <a:ea typeface="+mn-ea"/>
                <a:cs typeface="+mn-cs"/>
              </a:endParaRP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5EB005DD-037C-416F-A8A2-8292C2802794}"/>
                </a:ext>
              </a:extLst>
            </p:cNvPr>
            <p:cNvCxnSpPr>
              <a:cxnSpLocks/>
              <a:stCxn id="100" idx="2"/>
              <a:endCxn id="99" idx="0"/>
            </p:cNvCxnSpPr>
            <p:nvPr/>
          </p:nvCxnSpPr>
          <p:spPr>
            <a:xfrm>
              <a:off x="7964148" y="1053019"/>
              <a:ext cx="933" cy="2330029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867A7A76-1943-4706-9A53-1F6EF773656A}"/>
                </a:ext>
              </a:extLst>
            </p:cNvPr>
            <p:cNvCxnSpPr>
              <a:cxnSpLocks/>
              <a:stCxn id="99" idx="2"/>
              <a:endCxn id="20" idx="0"/>
            </p:cNvCxnSpPr>
            <p:nvPr/>
          </p:nvCxnSpPr>
          <p:spPr>
            <a:xfrm rot="16200000" flipH="1">
              <a:off x="8040483" y="3763353"/>
              <a:ext cx="860016" cy="1010821"/>
            </a:xfrm>
            <a:prstGeom prst="bentConnector3">
              <a:avLst>
                <a:gd name="adj1" fmla="val 72464"/>
              </a:avLst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601C82E1-DBA4-43F0-8047-1F33DED72BCF}"/>
                </a:ext>
              </a:extLst>
            </p:cNvPr>
            <p:cNvCxnSpPr>
              <a:cxnSpLocks/>
              <a:stCxn id="100" idx="1"/>
            </p:cNvCxnSpPr>
            <p:nvPr/>
          </p:nvCxnSpPr>
          <p:spPr>
            <a:xfrm flipH="1" flipV="1">
              <a:off x="5556888" y="813628"/>
              <a:ext cx="1624925" cy="1153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5748903F-7120-4DB4-8A77-08FE7C473056}"/>
                </a:ext>
              </a:extLst>
            </p:cNvPr>
            <p:cNvSpPr txBox="1"/>
            <p:nvPr/>
          </p:nvSpPr>
          <p:spPr>
            <a:xfrm>
              <a:off x="4801506" y="391013"/>
              <a:ext cx="137983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Communication</a:t>
              </a:r>
              <a:b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User</a:t>
              </a:r>
            </a:p>
          </p:txBody>
        </p:sp>
        <p:cxnSp>
          <p:nvCxnSpPr>
            <p:cNvPr id="117" name="Connector: Elbow 116">
              <a:extLst>
                <a:ext uri="{FF2B5EF4-FFF2-40B4-BE49-F238E27FC236}">
                  <a16:creationId xmlns:a16="http://schemas.microsoft.com/office/drawing/2014/main" id="{E045A34B-0B15-4EB2-9298-F5B075966B12}"/>
                </a:ext>
              </a:extLst>
            </p:cNvPr>
            <p:cNvCxnSpPr>
              <a:cxnSpLocks/>
              <a:stCxn id="99" idx="1"/>
              <a:endCxn id="15" idx="0"/>
            </p:cNvCxnSpPr>
            <p:nvPr/>
          </p:nvCxnSpPr>
          <p:spPr>
            <a:xfrm rot="10800000" flipV="1">
              <a:off x="5851816" y="3610901"/>
              <a:ext cx="1348890" cy="1524893"/>
            </a:xfrm>
            <a:prstGeom prst="bentConnector2">
              <a:avLst/>
            </a:prstGeom>
            <a:ln w="25400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305EB36-7690-4F33-A107-A38F10CEEC13}"/>
                </a:ext>
              </a:extLst>
            </p:cNvPr>
            <p:cNvSpPr txBox="1"/>
            <p:nvPr/>
          </p:nvSpPr>
          <p:spPr>
            <a:xfrm>
              <a:off x="5776925" y="879062"/>
              <a:ext cx="136207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grants</a:t>
              </a:r>
              <a:b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</a:b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authorizations to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E13A6D1-F40A-473B-8FDD-C5CA03F92328}"/>
                </a:ext>
              </a:extLst>
            </p:cNvPr>
            <p:cNvSpPr txBox="1"/>
            <p:nvPr/>
          </p:nvSpPr>
          <p:spPr>
            <a:xfrm>
              <a:off x="7789180" y="3175344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+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59DB5508-1A16-4CBC-AA1B-737CC8D90A2C}"/>
                </a:ext>
              </a:extLst>
            </p:cNvPr>
            <p:cNvSpPr txBox="1"/>
            <p:nvPr/>
          </p:nvSpPr>
          <p:spPr>
            <a:xfrm>
              <a:off x="5662348" y="874134"/>
              <a:ext cx="2451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9067D975-A7AB-4069-A94F-3C2419AAE291}"/>
                </a:ext>
              </a:extLst>
            </p:cNvPr>
            <p:cNvSpPr txBox="1"/>
            <p:nvPr/>
          </p:nvSpPr>
          <p:spPr>
            <a:xfrm>
              <a:off x="3638706" y="7014455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BFE74587-96BE-4242-9845-A87C0A861844}"/>
                </a:ext>
              </a:extLst>
            </p:cNvPr>
            <p:cNvSpPr txBox="1"/>
            <p:nvPr/>
          </p:nvSpPr>
          <p:spPr>
            <a:xfrm>
              <a:off x="5021106" y="6205207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1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9126E88-A67D-4097-8393-42EB7BADF9F9}"/>
                </a:ext>
              </a:extLst>
            </p:cNvPr>
            <p:cNvSpPr txBox="1"/>
            <p:nvPr/>
          </p:nvSpPr>
          <p:spPr>
            <a:xfrm>
              <a:off x="8212994" y="6459843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40F6A4A-D95B-49CC-A688-77C6A76CE608}"/>
                </a:ext>
              </a:extLst>
            </p:cNvPr>
            <p:cNvSpPr txBox="1"/>
            <p:nvPr/>
          </p:nvSpPr>
          <p:spPr>
            <a:xfrm>
              <a:off x="5687437" y="5008091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7FF4780-0CA0-4275-9B6A-C2C4693831A0}"/>
                </a:ext>
              </a:extLst>
            </p:cNvPr>
            <p:cNvSpPr txBox="1"/>
            <p:nvPr/>
          </p:nvSpPr>
          <p:spPr>
            <a:xfrm>
              <a:off x="9697545" y="6453025"/>
              <a:ext cx="2451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*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68B3E97-02BD-4562-9F3D-B615A869EF0B}"/>
                </a:ext>
              </a:extLst>
            </p:cNvPr>
            <p:cNvSpPr txBox="1"/>
            <p:nvPr/>
          </p:nvSpPr>
          <p:spPr>
            <a:xfrm>
              <a:off x="1344353" y="4446960"/>
              <a:ext cx="893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+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4D6AE27-0F5C-4C19-B418-465608572E2C}"/>
                </a:ext>
              </a:extLst>
            </p:cNvPr>
            <p:cNvSpPr txBox="1"/>
            <p:nvPr/>
          </p:nvSpPr>
          <p:spPr>
            <a:xfrm>
              <a:off x="11376678" y="4649158"/>
              <a:ext cx="78797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provides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6A2D9F49-5E3B-498A-ADAB-27F0A1D43049}"/>
                </a:ext>
              </a:extLst>
            </p:cNvPr>
            <p:cNvSpPr txBox="1"/>
            <p:nvPr/>
          </p:nvSpPr>
          <p:spPr>
            <a:xfrm>
              <a:off x="8039744" y="2295790"/>
              <a:ext cx="78797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consists of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B7202FD-7F20-47E5-A058-0ACD79713387}"/>
                </a:ext>
              </a:extLst>
            </p:cNvPr>
            <p:cNvSpPr txBox="1"/>
            <p:nvPr/>
          </p:nvSpPr>
          <p:spPr>
            <a:xfrm>
              <a:off x="9283237" y="1646788"/>
              <a:ext cx="873420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1139455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entonSans Regular" panose="02000503000000020004" pitchFamily="2" charset="0"/>
                  <a:ea typeface="Arial Unicode MS" pitchFamily="34" charset="-128"/>
                  <a:cs typeface="Arial Unicode MS" pitchFamily="34" charset="-128"/>
                </a:rPr>
                <a:t>fine-tunes authorizations declared by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3923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P Brand Colors 2023">
      <a:dk1>
        <a:srgbClr val="000000"/>
      </a:dk1>
      <a:lt1>
        <a:srgbClr val="FFFFFF"/>
      </a:lt1>
      <a:dk2>
        <a:srgbClr val="07838F"/>
      </a:dk2>
      <a:lt2>
        <a:srgbClr val="0070F2"/>
      </a:lt2>
      <a:accent1>
        <a:srgbClr val="188918"/>
      </a:accent1>
      <a:accent2>
        <a:srgbClr val="C35500"/>
      </a:accent2>
      <a:accent3>
        <a:srgbClr val="D20A0A"/>
      </a:accent3>
      <a:accent4>
        <a:srgbClr val="DF1278"/>
      </a:accent4>
      <a:accent5>
        <a:srgbClr val="CC00DC"/>
      </a:accent5>
      <a:accent6>
        <a:srgbClr val="5D36FF"/>
      </a:accent6>
      <a:hlink>
        <a:srgbClr val="0070F2"/>
      </a:hlink>
      <a:folHlink>
        <a:srgbClr val="CCCCCC"/>
      </a:folHlink>
    </a:clrScheme>
    <a:fontScheme name="SAP 72 Brand">
      <a:majorFont>
        <a:latin typeface="72 Brand"/>
        <a:ea typeface=""/>
        <a:cs typeface=""/>
      </a:majorFont>
      <a:minorFont>
        <a:latin typeface="72 Bran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4">
      <a:dk1>
        <a:srgbClr val="000000"/>
      </a:dk1>
      <a:lt1>
        <a:srgbClr val="FFFFFF"/>
      </a:lt1>
      <a:dk2>
        <a:srgbClr val="008FD3"/>
      </a:dk2>
      <a:lt2>
        <a:srgbClr val="CCCCCC"/>
      </a:lt2>
      <a:accent1>
        <a:srgbClr val="F0AB00"/>
      </a:accent1>
      <a:accent2>
        <a:srgbClr val="666666"/>
      </a:accent2>
      <a:accent3>
        <a:srgbClr val="008FD3"/>
      </a:accent3>
      <a:accent4>
        <a:srgbClr val="970082"/>
      </a:accent4>
      <a:accent5>
        <a:srgbClr val="E35500"/>
      </a:accent5>
      <a:accent6>
        <a:srgbClr val="4FB81C"/>
      </a:accent6>
      <a:hlink>
        <a:srgbClr val="666666"/>
      </a:hlink>
      <a:folHlink>
        <a:srgbClr val="CCCCCC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phic_template_new.potx" id="{363DB50E-9C66-4177-8B1D-11BF7709F22B}" vid="{C896E6DE-909B-479E-A632-201ADB5786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E3E8A4-56CB-664C-9669-ACD4615BFF4A}">
  <we:reference id="b0692d11-e342-a550-cfba-e8c57e47b8f1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Infographics Examples 2024","templateDescription":"","enableDocumentContentUpdater":false,"version":"2.0"}]]></TemplafyTemplateConfiguration>
</file>

<file path=customXml/itemProps1.xml><?xml version="1.0" encoding="utf-8"?>
<ds:datastoreItem xmlns:ds="http://schemas.openxmlformats.org/officeDocument/2006/customXml" ds:itemID="{CD40B965-BD1F-476B-82D9-00DDC3D9A112}">
  <ds:schemaRefs/>
</ds:datastoreItem>
</file>

<file path=customXml/itemProps2.xml><?xml version="1.0" encoding="utf-8"?>
<ds:datastoreItem xmlns:ds="http://schemas.openxmlformats.org/officeDocument/2006/customXml" ds:itemID="{08AAB4BD-6656-48EA-AD75-DE0F91342862}">
  <ds:schemaRefs/>
</ds:datastoreItem>
</file>

<file path=docMetadata/LabelInfo.xml><?xml version="1.0" encoding="utf-8"?>
<clbl:labelList xmlns:clbl="http://schemas.microsoft.com/office/2020/mipLabelMetadata">
  <clbl:label id="{3f4950d4-fb88-44fc-869d-0d4a7f698e90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7439</TotalTime>
  <Words>422</Words>
  <Application>Microsoft Macintosh PowerPoint</Application>
  <PresentationFormat>Custom</PresentationFormat>
  <Paragraphs>171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 Unicode MS</vt:lpstr>
      <vt:lpstr>72</vt:lpstr>
      <vt:lpstr>72 Brand</vt:lpstr>
      <vt:lpstr>72 Brand Book</vt:lpstr>
      <vt:lpstr>72 Brand Medium</vt:lpstr>
      <vt:lpstr>Arial</vt:lpstr>
      <vt:lpstr>BentonSans Book</vt:lpstr>
      <vt:lpstr>BentonSans Regular</vt:lpstr>
      <vt:lpstr>Calibri</vt:lpstr>
      <vt:lpstr>Calibri Light</vt:lpstr>
      <vt:lpstr>Office Theme</vt:lpstr>
      <vt:lpstr>1_Office Theme</vt:lpstr>
      <vt:lpstr>Sample Landscape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Christopher, Soundarya</dc:creator>
  <cp:lastModifiedBy>V Gadkari, Mohit</cp:lastModifiedBy>
  <cp:revision>18</cp:revision>
  <dcterms:created xsi:type="dcterms:W3CDTF">2024-05-15T09:00:18Z</dcterms:created>
  <dcterms:modified xsi:type="dcterms:W3CDTF">2025-10-16T03:24:50Z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1621669477</vt:i4>
  </property>
  <property fmtid="{D5CDD505-2E9C-101B-9397-08002B2CF9AE}" pid="3" name="_NewReviewCycle">
    <vt:lpwstr/>
  </property>
  <property fmtid="{D5CDD505-2E9C-101B-9397-08002B2CF9AE}" pid="4" name="_EmailSubject">
    <vt:lpwstr>New Icons</vt:lpwstr>
  </property>
  <property fmtid="{D5CDD505-2E9C-101B-9397-08002B2CF9AE}" pid="5" name="_AuthorEmail">
    <vt:lpwstr>anke.tardel@sap.com</vt:lpwstr>
  </property>
  <property fmtid="{D5CDD505-2E9C-101B-9397-08002B2CF9AE}" pid="6" name="_AuthorEmailDisplayName">
    <vt:lpwstr>Tardel, Anke</vt:lpwstr>
  </property>
  <property fmtid="{D5CDD505-2E9C-101B-9397-08002B2CF9AE}" pid="7" name="_PreviousAdHocReviewCycleID">
    <vt:i4>-913698686</vt:i4>
  </property>
  <property fmtid="{D5CDD505-2E9C-101B-9397-08002B2CF9AE}" pid="8" name="TemplafyTimeStamp">
    <vt:lpwstr>2024-05-08T09:05:11</vt:lpwstr>
  </property>
  <property fmtid="{D5CDD505-2E9C-101B-9397-08002B2CF9AE}" pid="9" name="TemplafyTenantId">
    <vt:lpwstr>sap</vt:lpwstr>
  </property>
  <property fmtid="{D5CDD505-2E9C-101B-9397-08002B2CF9AE}" pid="10" name="TemplafyTemplateId">
    <vt:lpwstr>906462572453822536</vt:lpwstr>
  </property>
  <property fmtid="{D5CDD505-2E9C-101B-9397-08002B2CF9AE}" pid="11" name="TemplafyUserProfileId">
    <vt:lpwstr>637713803166512353</vt:lpwstr>
  </property>
  <property fmtid="{D5CDD505-2E9C-101B-9397-08002B2CF9AE}" pid="12" name="TemplafyLanguageCode">
    <vt:lpwstr>en-US</vt:lpwstr>
  </property>
  <property fmtid="{D5CDD505-2E9C-101B-9397-08002B2CF9AE}" pid="13" name="TemplafyFromBlank">
    <vt:bool>false</vt:bool>
  </property>
</Properties>
</file>